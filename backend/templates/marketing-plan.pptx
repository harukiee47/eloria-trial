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5" r:id="rId4"/>
    <p:sldMasterId id="214748368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embeddedFontLst>
    <p:embeddedFont>
      <p:font typeface="Akatab"/>
      <p:regular r:id="rId62"/>
      <p:bold r:id="rId63"/>
    </p:embeddedFont>
    <p:embeddedFont>
      <p:font typeface="Proxima Nova"/>
      <p:regular r:id="rId64"/>
      <p:bold r:id="rId65"/>
      <p:italic r:id="rId66"/>
      <p:boldItalic r:id="rId67"/>
    </p:embeddedFont>
    <p:embeddedFont>
      <p:font typeface="Roboto Medium"/>
      <p:regular r:id="rId68"/>
      <p:bold r:id="rId69"/>
      <p:italic r:id="rId70"/>
      <p:boldItalic r:id="rId71"/>
    </p:embeddedFont>
    <p:embeddedFont>
      <p:font typeface="Amatic SC"/>
      <p:regular r:id="rId72"/>
      <p:bold r:id="rId73"/>
    </p:embeddedFont>
    <p:embeddedFont>
      <p:font typeface="Bebas Neue"/>
      <p:regular r:id="rId74"/>
    </p:embeddedFont>
    <p:embeddedFont>
      <p:font typeface="Noto Serif Ethiopic"/>
      <p:regular r:id="rId75"/>
      <p:bold r:id="rId7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0301EAE-386E-4677-8F6F-EA3DAD3813A2}">
  <a:tblStyle styleId="{00301EAE-386E-4677-8F6F-EA3DAD3813A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bold.fntdata"/><Relationship Id="rId72" Type="http://schemas.openxmlformats.org/officeDocument/2006/relationships/font" Target="fonts/AmaticSC-regular.fntdata"/><Relationship Id="rId31" Type="http://schemas.openxmlformats.org/officeDocument/2006/relationships/slide" Target="slides/slide25.xml"/><Relationship Id="rId75" Type="http://schemas.openxmlformats.org/officeDocument/2006/relationships/font" Target="fonts/NotoSerifEthiopic-regular.fntdata"/><Relationship Id="rId30" Type="http://schemas.openxmlformats.org/officeDocument/2006/relationships/slide" Target="slides/slide24.xml"/><Relationship Id="rId74" Type="http://schemas.openxmlformats.org/officeDocument/2006/relationships/font" Target="fonts/BebasNeue-regular.fntdata"/><Relationship Id="rId33" Type="http://schemas.openxmlformats.org/officeDocument/2006/relationships/slide" Target="slides/slide27.xml"/><Relationship Id="rId32" Type="http://schemas.openxmlformats.org/officeDocument/2006/relationships/slide" Target="slides/slide26.xml"/><Relationship Id="rId76" Type="http://schemas.openxmlformats.org/officeDocument/2006/relationships/font" Target="fonts/NotoSerifEthiopic-bold.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RobotoMedium-boldItalic.fntdata"/><Relationship Id="rId70" Type="http://schemas.openxmlformats.org/officeDocument/2006/relationships/font" Target="fonts/RobotoMedium-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katab-regular.fntdata"/><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regular.fntdata"/><Relationship Id="rId63" Type="http://schemas.openxmlformats.org/officeDocument/2006/relationships/font" Target="fonts/Akatab-bold.fntdata"/><Relationship Id="rId22" Type="http://schemas.openxmlformats.org/officeDocument/2006/relationships/slide" Target="slides/slide16.xml"/><Relationship Id="rId66" Type="http://schemas.openxmlformats.org/officeDocument/2006/relationships/font" Target="fonts/ProximaNova-italic.fntdata"/><Relationship Id="rId21" Type="http://schemas.openxmlformats.org/officeDocument/2006/relationships/slide" Target="slides/slide15.xml"/><Relationship Id="rId65" Type="http://schemas.openxmlformats.org/officeDocument/2006/relationships/font" Target="fonts/ProximaNova-bold.fntdata"/><Relationship Id="rId24" Type="http://schemas.openxmlformats.org/officeDocument/2006/relationships/slide" Target="slides/slide18.xml"/><Relationship Id="rId68" Type="http://schemas.openxmlformats.org/officeDocument/2006/relationships/font" Target="fonts/RobotoMedium-regular.fntdata"/><Relationship Id="rId23" Type="http://schemas.openxmlformats.org/officeDocument/2006/relationships/slide" Target="slides/slide17.xml"/><Relationship Id="rId67" Type="http://schemas.openxmlformats.org/officeDocument/2006/relationships/font" Target="fonts/ProximaNova-boldItalic.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 name="Shape 374"/>
        <p:cNvGrpSpPr/>
        <p:nvPr/>
      </p:nvGrpSpPr>
      <p:grpSpPr>
        <a:xfrm>
          <a:off x="0" y="0"/>
          <a:ext cx="0" cy="0"/>
          <a:chOff x="0" y="0"/>
          <a:chExt cx="0" cy="0"/>
        </a:xfrm>
      </p:grpSpPr>
      <p:sp>
        <p:nvSpPr>
          <p:cNvPr id="375" name="Google Shape;375;g25a5b44800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 name="Google Shape;376;g25a5b44800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 name="Shape 386"/>
        <p:cNvGrpSpPr/>
        <p:nvPr/>
      </p:nvGrpSpPr>
      <p:grpSpPr>
        <a:xfrm>
          <a:off x="0" y="0"/>
          <a:ext cx="0" cy="0"/>
          <a:chOff x="0" y="0"/>
          <a:chExt cx="0" cy="0"/>
        </a:xfrm>
      </p:grpSpPr>
      <p:sp>
        <p:nvSpPr>
          <p:cNvPr id="387" name="Google Shape;387;g259dc3832df_0_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8" name="Google Shape;388;g259dc3832df_0_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 name="Shape 395"/>
        <p:cNvGrpSpPr/>
        <p:nvPr/>
      </p:nvGrpSpPr>
      <p:grpSpPr>
        <a:xfrm>
          <a:off x="0" y="0"/>
          <a:ext cx="0" cy="0"/>
          <a:chOff x="0" y="0"/>
          <a:chExt cx="0" cy="0"/>
        </a:xfrm>
      </p:grpSpPr>
      <p:sp>
        <p:nvSpPr>
          <p:cNvPr id="396" name="Google Shape;396;g25a5b448001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 name="Google Shape;397;g25a5b448001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 name="Shape 415"/>
        <p:cNvGrpSpPr/>
        <p:nvPr/>
      </p:nvGrpSpPr>
      <p:grpSpPr>
        <a:xfrm>
          <a:off x="0" y="0"/>
          <a:ext cx="0" cy="0"/>
          <a:chOff x="0" y="0"/>
          <a:chExt cx="0" cy="0"/>
        </a:xfrm>
      </p:grpSpPr>
      <p:sp>
        <p:nvSpPr>
          <p:cNvPr id="416" name="Google Shape;416;g25a5b448001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7" name="Google Shape;417;g25a5b448001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259dc3832df_0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259dc3832df_0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 name="Shape 440"/>
        <p:cNvGrpSpPr/>
        <p:nvPr/>
      </p:nvGrpSpPr>
      <p:grpSpPr>
        <a:xfrm>
          <a:off x="0" y="0"/>
          <a:ext cx="0" cy="0"/>
          <a:chOff x="0" y="0"/>
          <a:chExt cx="0" cy="0"/>
        </a:xfrm>
      </p:grpSpPr>
      <p:sp>
        <p:nvSpPr>
          <p:cNvPr id="441" name="Google Shape;441;g259dc3832df_0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 name="Google Shape;442;g259dc3832df_0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g25a78353f5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 name="Google Shape;449;g25a78353f5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 name="Shape 454"/>
        <p:cNvGrpSpPr/>
        <p:nvPr/>
      </p:nvGrpSpPr>
      <p:grpSpPr>
        <a:xfrm>
          <a:off x="0" y="0"/>
          <a:ext cx="0" cy="0"/>
          <a:chOff x="0" y="0"/>
          <a:chExt cx="0" cy="0"/>
        </a:xfrm>
      </p:grpSpPr>
      <p:sp>
        <p:nvSpPr>
          <p:cNvPr id="455" name="Google Shape;455;g25a78353f55_0_279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6" name="Google Shape;456;g25a78353f55_0_279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 name="Shape 467"/>
        <p:cNvGrpSpPr/>
        <p:nvPr/>
      </p:nvGrpSpPr>
      <p:grpSpPr>
        <a:xfrm>
          <a:off x="0" y="0"/>
          <a:ext cx="0" cy="0"/>
          <a:chOff x="0" y="0"/>
          <a:chExt cx="0" cy="0"/>
        </a:xfrm>
      </p:grpSpPr>
      <p:sp>
        <p:nvSpPr>
          <p:cNvPr id="468" name="Google Shape;468;g25a78353f55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9" name="Google Shape;469;g25a78353f55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 name="Shape 476"/>
        <p:cNvGrpSpPr/>
        <p:nvPr/>
      </p:nvGrpSpPr>
      <p:grpSpPr>
        <a:xfrm>
          <a:off x="0" y="0"/>
          <a:ext cx="0" cy="0"/>
          <a:chOff x="0" y="0"/>
          <a:chExt cx="0" cy="0"/>
        </a:xfrm>
      </p:grpSpPr>
      <p:sp>
        <p:nvSpPr>
          <p:cNvPr id="477" name="Google Shape;477;g25a78353f55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 name="Google Shape;478;g25a78353f55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 name="Shape 487"/>
        <p:cNvGrpSpPr/>
        <p:nvPr/>
      </p:nvGrpSpPr>
      <p:grpSpPr>
        <a:xfrm>
          <a:off x="0" y="0"/>
          <a:ext cx="0" cy="0"/>
          <a:chOff x="0" y="0"/>
          <a:chExt cx="0" cy="0"/>
        </a:xfrm>
      </p:grpSpPr>
      <p:sp>
        <p:nvSpPr>
          <p:cNvPr id="488" name="Google Shape;488;g25a78353f55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 name="Google Shape;489;g25a78353f55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0" name="Shape 500"/>
        <p:cNvGrpSpPr/>
        <p:nvPr/>
      </p:nvGrpSpPr>
      <p:grpSpPr>
        <a:xfrm>
          <a:off x="0" y="0"/>
          <a:ext cx="0" cy="0"/>
          <a:chOff x="0" y="0"/>
          <a:chExt cx="0" cy="0"/>
        </a:xfrm>
      </p:grpSpPr>
      <p:sp>
        <p:nvSpPr>
          <p:cNvPr id="501" name="Google Shape;501;g25a78353f55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2" name="Google Shape;502;g25a78353f55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 name="Shape 517"/>
        <p:cNvGrpSpPr/>
        <p:nvPr/>
      </p:nvGrpSpPr>
      <p:grpSpPr>
        <a:xfrm>
          <a:off x="0" y="0"/>
          <a:ext cx="0" cy="0"/>
          <a:chOff x="0" y="0"/>
          <a:chExt cx="0" cy="0"/>
        </a:xfrm>
      </p:grpSpPr>
      <p:sp>
        <p:nvSpPr>
          <p:cNvPr id="518" name="Google Shape;518;g25a78353f55_0_27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9" name="Google Shape;519;g25a78353f55_0_27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25a78353f55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25a78353f55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 name="Shape 535"/>
        <p:cNvGrpSpPr/>
        <p:nvPr/>
      </p:nvGrpSpPr>
      <p:grpSpPr>
        <a:xfrm>
          <a:off x="0" y="0"/>
          <a:ext cx="0" cy="0"/>
          <a:chOff x="0" y="0"/>
          <a:chExt cx="0" cy="0"/>
        </a:xfrm>
      </p:grpSpPr>
      <p:sp>
        <p:nvSpPr>
          <p:cNvPr id="536" name="Google Shape;536;g25a78353f55_0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7" name="Google Shape;537;g25a78353f55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 name="Shape 541"/>
        <p:cNvGrpSpPr/>
        <p:nvPr/>
      </p:nvGrpSpPr>
      <p:grpSpPr>
        <a:xfrm>
          <a:off x="0" y="0"/>
          <a:ext cx="0" cy="0"/>
          <a:chOff x="0" y="0"/>
          <a:chExt cx="0" cy="0"/>
        </a:xfrm>
      </p:grpSpPr>
      <p:sp>
        <p:nvSpPr>
          <p:cNvPr id="542" name="Google Shape;542;g25a78353f55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 name="Google Shape;543;g25a78353f55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 name="Shape 550"/>
        <p:cNvGrpSpPr/>
        <p:nvPr/>
      </p:nvGrpSpPr>
      <p:grpSpPr>
        <a:xfrm>
          <a:off x="0" y="0"/>
          <a:ext cx="0" cy="0"/>
          <a:chOff x="0" y="0"/>
          <a:chExt cx="0" cy="0"/>
        </a:xfrm>
      </p:grpSpPr>
      <p:sp>
        <p:nvSpPr>
          <p:cNvPr id="551" name="Google Shape;551;g25a78353f55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25a78353f55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 name="Shape 557"/>
        <p:cNvGrpSpPr/>
        <p:nvPr/>
      </p:nvGrpSpPr>
      <p:grpSpPr>
        <a:xfrm>
          <a:off x="0" y="0"/>
          <a:ext cx="0" cy="0"/>
          <a:chOff x="0" y="0"/>
          <a:chExt cx="0" cy="0"/>
        </a:xfrm>
      </p:grpSpPr>
      <p:sp>
        <p:nvSpPr>
          <p:cNvPr id="558" name="Google Shape;558;g25a78353f55_0_278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9" name="Google Shape;559;g25a78353f55_0_278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 name="Shape 574"/>
        <p:cNvGrpSpPr/>
        <p:nvPr/>
      </p:nvGrpSpPr>
      <p:grpSpPr>
        <a:xfrm>
          <a:off x="0" y="0"/>
          <a:ext cx="0" cy="0"/>
          <a:chOff x="0" y="0"/>
          <a:chExt cx="0" cy="0"/>
        </a:xfrm>
      </p:grpSpPr>
      <p:sp>
        <p:nvSpPr>
          <p:cNvPr id="575" name="Google Shape;575;g25a78353f55_0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6" name="Google Shape;576;g25a78353f55_0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 name="Shape 580"/>
        <p:cNvGrpSpPr/>
        <p:nvPr/>
      </p:nvGrpSpPr>
      <p:grpSpPr>
        <a:xfrm>
          <a:off x="0" y="0"/>
          <a:ext cx="0" cy="0"/>
          <a:chOff x="0" y="0"/>
          <a:chExt cx="0" cy="0"/>
        </a:xfrm>
      </p:grpSpPr>
      <p:sp>
        <p:nvSpPr>
          <p:cNvPr id="581" name="Google Shape;581;g25a78353f55_0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 name="Google Shape;582;g25a78353f55_0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 name="Shape 590"/>
        <p:cNvGrpSpPr/>
        <p:nvPr/>
      </p:nvGrpSpPr>
      <p:grpSpPr>
        <a:xfrm>
          <a:off x="0" y="0"/>
          <a:ext cx="0" cy="0"/>
          <a:chOff x="0" y="0"/>
          <a:chExt cx="0" cy="0"/>
        </a:xfrm>
      </p:grpSpPr>
      <p:sp>
        <p:nvSpPr>
          <p:cNvPr id="591" name="Google Shape;591;g25a78353f55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 name="Google Shape;592;g25a78353f55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 name="Shape 610"/>
        <p:cNvGrpSpPr/>
        <p:nvPr/>
      </p:nvGrpSpPr>
      <p:grpSpPr>
        <a:xfrm>
          <a:off x="0" y="0"/>
          <a:ext cx="0" cy="0"/>
          <a:chOff x="0" y="0"/>
          <a:chExt cx="0" cy="0"/>
        </a:xfrm>
      </p:grpSpPr>
      <p:sp>
        <p:nvSpPr>
          <p:cNvPr id="611" name="Google Shape;611;g25a78353f55_0_27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2" name="Google Shape;612;g25a78353f55_0_27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 name="Shape 616"/>
        <p:cNvGrpSpPr/>
        <p:nvPr/>
      </p:nvGrpSpPr>
      <p:grpSpPr>
        <a:xfrm>
          <a:off x="0" y="0"/>
          <a:ext cx="0" cy="0"/>
          <a:chOff x="0" y="0"/>
          <a:chExt cx="0" cy="0"/>
        </a:xfrm>
      </p:grpSpPr>
      <p:sp>
        <p:nvSpPr>
          <p:cNvPr id="617" name="Google Shape;617;g25a78353f55_0_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8" name="Google Shape;618;g25a78353f55_0_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 name="Shape 628"/>
        <p:cNvGrpSpPr/>
        <p:nvPr/>
      </p:nvGrpSpPr>
      <p:grpSpPr>
        <a:xfrm>
          <a:off x="0" y="0"/>
          <a:ext cx="0" cy="0"/>
          <a:chOff x="0" y="0"/>
          <a:chExt cx="0" cy="0"/>
        </a:xfrm>
      </p:grpSpPr>
      <p:sp>
        <p:nvSpPr>
          <p:cNvPr id="629" name="Google Shape;629;g25a78353f55_0_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 name="Google Shape;630;g25a78353f55_0_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25a78353f55_0_275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25a78353f55_0_275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 name="Shape 650"/>
        <p:cNvGrpSpPr/>
        <p:nvPr/>
      </p:nvGrpSpPr>
      <p:grpSpPr>
        <a:xfrm>
          <a:off x="0" y="0"/>
          <a:ext cx="0" cy="0"/>
          <a:chOff x="0" y="0"/>
          <a:chExt cx="0" cy="0"/>
        </a:xfrm>
      </p:grpSpPr>
      <p:sp>
        <p:nvSpPr>
          <p:cNvPr id="651" name="Google Shape;651;g25a78353f55_0_277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 name="Google Shape;652;g25a78353f55_0_277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 name="Shape 675"/>
        <p:cNvGrpSpPr/>
        <p:nvPr/>
      </p:nvGrpSpPr>
      <p:grpSpPr>
        <a:xfrm>
          <a:off x="0" y="0"/>
          <a:ext cx="0" cy="0"/>
          <a:chOff x="0" y="0"/>
          <a:chExt cx="0" cy="0"/>
        </a:xfrm>
      </p:grpSpPr>
      <p:sp>
        <p:nvSpPr>
          <p:cNvPr id="676" name="Google Shape;676;g25a78353f55_0_275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7" name="Google Shape;677;g25a78353f55_0_275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 name="Shape 801"/>
        <p:cNvGrpSpPr/>
        <p:nvPr/>
      </p:nvGrpSpPr>
      <p:grpSpPr>
        <a:xfrm>
          <a:off x="0" y="0"/>
          <a:ext cx="0" cy="0"/>
          <a:chOff x="0" y="0"/>
          <a:chExt cx="0" cy="0"/>
        </a:xfrm>
      </p:grpSpPr>
      <p:sp>
        <p:nvSpPr>
          <p:cNvPr id="802" name="Google Shape;802;g25a78353f55_0_27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 name="Google Shape;803;g25a78353f55_0_27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 name="Shape 830"/>
        <p:cNvGrpSpPr/>
        <p:nvPr/>
      </p:nvGrpSpPr>
      <p:grpSpPr>
        <a:xfrm>
          <a:off x="0" y="0"/>
          <a:ext cx="0" cy="0"/>
          <a:chOff x="0" y="0"/>
          <a:chExt cx="0" cy="0"/>
        </a:xfrm>
      </p:grpSpPr>
      <p:sp>
        <p:nvSpPr>
          <p:cNvPr id="831" name="Google Shape;831;g25a78353f55_0_277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 name="Google Shape;832;g25a78353f55_0_277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 name="Shape 836"/>
        <p:cNvGrpSpPr/>
        <p:nvPr/>
      </p:nvGrpSpPr>
      <p:grpSpPr>
        <a:xfrm>
          <a:off x="0" y="0"/>
          <a:ext cx="0" cy="0"/>
          <a:chOff x="0" y="0"/>
          <a:chExt cx="0" cy="0"/>
        </a:xfrm>
      </p:grpSpPr>
      <p:sp>
        <p:nvSpPr>
          <p:cNvPr id="837" name="Google Shape;837;g25a78353f55_0_27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8" name="Google Shape;838;g25a78353f55_0_27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 name="Shape 849"/>
        <p:cNvGrpSpPr/>
        <p:nvPr/>
      </p:nvGrpSpPr>
      <p:grpSpPr>
        <a:xfrm>
          <a:off x="0" y="0"/>
          <a:ext cx="0" cy="0"/>
          <a:chOff x="0" y="0"/>
          <a:chExt cx="0" cy="0"/>
        </a:xfrm>
      </p:grpSpPr>
      <p:sp>
        <p:nvSpPr>
          <p:cNvPr id="850" name="Google Shape;850;g25a78353f55_0_27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 name="Google Shape;851;g25a78353f55_0_27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 name="Shape 864"/>
        <p:cNvGrpSpPr/>
        <p:nvPr/>
      </p:nvGrpSpPr>
      <p:grpSpPr>
        <a:xfrm>
          <a:off x="0" y="0"/>
          <a:ext cx="0" cy="0"/>
          <a:chOff x="0" y="0"/>
          <a:chExt cx="0" cy="0"/>
        </a:xfrm>
      </p:grpSpPr>
      <p:sp>
        <p:nvSpPr>
          <p:cNvPr id="865" name="Google Shape;865;g25a78353f55_0_279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 name="Google Shape;866;g25a78353f55_0_279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 name="Shape 896"/>
        <p:cNvGrpSpPr/>
        <p:nvPr/>
      </p:nvGrpSpPr>
      <p:grpSpPr>
        <a:xfrm>
          <a:off x="0" y="0"/>
          <a:ext cx="0" cy="0"/>
          <a:chOff x="0" y="0"/>
          <a:chExt cx="0" cy="0"/>
        </a:xfrm>
      </p:grpSpPr>
      <p:sp>
        <p:nvSpPr>
          <p:cNvPr id="897" name="Google Shape;897;g25a78353f55_0_279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8" name="Google Shape;898;g25a78353f55_0_279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 name="Shape 907"/>
        <p:cNvGrpSpPr/>
        <p:nvPr/>
      </p:nvGrpSpPr>
      <p:grpSpPr>
        <a:xfrm>
          <a:off x="0" y="0"/>
          <a:ext cx="0" cy="0"/>
          <a:chOff x="0" y="0"/>
          <a:chExt cx="0" cy="0"/>
        </a:xfrm>
      </p:grpSpPr>
      <p:sp>
        <p:nvSpPr>
          <p:cNvPr id="908" name="Google Shape;908;g25a78353f55_0_278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 name="Google Shape;909;g25a78353f55_0_278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g25a78353f55_0_280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 name="Google Shape;920;g25a78353f55_0_280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 name="Shape 939"/>
        <p:cNvGrpSpPr/>
        <p:nvPr/>
      </p:nvGrpSpPr>
      <p:grpSpPr>
        <a:xfrm>
          <a:off x="0" y="0"/>
          <a:ext cx="0" cy="0"/>
          <a:chOff x="0" y="0"/>
          <a:chExt cx="0" cy="0"/>
        </a:xfrm>
      </p:grpSpPr>
      <p:sp>
        <p:nvSpPr>
          <p:cNvPr id="940" name="Google Shape;940;g25a78353f55_0_280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 name="Google Shape;941;g25a78353f55_0_280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 name="Shape 981"/>
        <p:cNvGrpSpPr/>
        <p:nvPr/>
      </p:nvGrpSpPr>
      <p:grpSpPr>
        <a:xfrm>
          <a:off x="0" y="0"/>
          <a:ext cx="0" cy="0"/>
          <a:chOff x="0" y="0"/>
          <a:chExt cx="0" cy="0"/>
        </a:xfrm>
      </p:grpSpPr>
      <p:sp>
        <p:nvSpPr>
          <p:cNvPr id="982" name="Google Shape;982;g25a78353f55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3" name="Google Shape;983;g25a78353f55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 name="Shape 987"/>
        <p:cNvGrpSpPr/>
        <p:nvPr/>
      </p:nvGrpSpPr>
      <p:grpSpPr>
        <a:xfrm>
          <a:off x="0" y="0"/>
          <a:ext cx="0" cy="0"/>
          <a:chOff x="0" y="0"/>
          <a:chExt cx="0" cy="0"/>
        </a:xfrm>
      </p:grpSpPr>
      <p:sp>
        <p:nvSpPr>
          <p:cNvPr id="988" name="Google Shape;988;g25a78353f55_0_139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9" name="Google Shape;989;g25a78353f55_0_139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 name="Shape 993"/>
        <p:cNvGrpSpPr/>
        <p:nvPr/>
      </p:nvGrpSpPr>
      <p:grpSpPr>
        <a:xfrm>
          <a:off x="0" y="0"/>
          <a:ext cx="0" cy="0"/>
          <a:chOff x="0" y="0"/>
          <a:chExt cx="0" cy="0"/>
        </a:xfrm>
      </p:grpSpPr>
      <p:sp>
        <p:nvSpPr>
          <p:cNvPr id="994" name="Google Shape;994;g25a78353f55_0_139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 name="Google Shape;995;g25a78353f55_0_139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 name="Shape 999"/>
        <p:cNvGrpSpPr/>
        <p:nvPr/>
      </p:nvGrpSpPr>
      <p:grpSpPr>
        <a:xfrm>
          <a:off x="0" y="0"/>
          <a:ext cx="0" cy="0"/>
          <a:chOff x="0" y="0"/>
          <a:chExt cx="0" cy="0"/>
        </a:xfrm>
      </p:grpSpPr>
      <p:sp>
        <p:nvSpPr>
          <p:cNvPr id="1000" name="Google Shape;1000;g25a78353f55_0_139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1" name="Google Shape;1001;g25a78353f55_0_139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 name="Shape 1017"/>
        <p:cNvGrpSpPr/>
        <p:nvPr/>
      </p:nvGrpSpPr>
      <p:grpSpPr>
        <a:xfrm>
          <a:off x="0" y="0"/>
          <a:ext cx="0" cy="0"/>
          <a:chOff x="0" y="0"/>
          <a:chExt cx="0" cy="0"/>
        </a:xfrm>
      </p:grpSpPr>
      <p:sp>
        <p:nvSpPr>
          <p:cNvPr id="1018" name="Google Shape;1018;g25a78353f55_0_139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9" name="Google Shape;1019;g25a78353f55_0_139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 name="Shape 1033"/>
        <p:cNvGrpSpPr/>
        <p:nvPr/>
      </p:nvGrpSpPr>
      <p:grpSpPr>
        <a:xfrm>
          <a:off x="0" y="0"/>
          <a:ext cx="0" cy="0"/>
          <a:chOff x="0" y="0"/>
          <a:chExt cx="0" cy="0"/>
        </a:xfrm>
      </p:grpSpPr>
      <p:sp>
        <p:nvSpPr>
          <p:cNvPr id="1034" name="Google Shape;1034;g25a78353f55_0_139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5" name="Google Shape;1035;g25a78353f55_0_139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0" name="Shape 1370"/>
        <p:cNvGrpSpPr/>
        <p:nvPr/>
      </p:nvGrpSpPr>
      <p:grpSpPr>
        <a:xfrm>
          <a:off x="0" y="0"/>
          <a:ext cx="0" cy="0"/>
          <a:chOff x="0" y="0"/>
          <a:chExt cx="0" cy="0"/>
        </a:xfrm>
      </p:grpSpPr>
      <p:sp>
        <p:nvSpPr>
          <p:cNvPr id="1371" name="Google Shape;1371;g25a78353f55_0_142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2" name="Google Shape;1372;g25a78353f55_0_14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4" name="Shape 7284"/>
        <p:cNvGrpSpPr/>
        <p:nvPr/>
      </p:nvGrpSpPr>
      <p:grpSpPr>
        <a:xfrm>
          <a:off x="0" y="0"/>
          <a:ext cx="0" cy="0"/>
          <a:chOff x="0" y="0"/>
          <a:chExt cx="0" cy="0"/>
        </a:xfrm>
      </p:grpSpPr>
      <p:sp>
        <p:nvSpPr>
          <p:cNvPr id="7285" name="Google Shape;7285;g25a78353f55_0_20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6" name="Google Shape;7286;g25a78353f55_0_20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1" name="Shape 7711"/>
        <p:cNvGrpSpPr/>
        <p:nvPr/>
      </p:nvGrpSpPr>
      <p:grpSpPr>
        <a:xfrm>
          <a:off x="0" y="0"/>
          <a:ext cx="0" cy="0"/>
          <a:chOff x="0" y="0"/>
          <a:chExt cx="0" cy="0"/>
        </a:xfrm>
      </p:grpSpPr>
      <p:sp>
        <p:nvSpPr>
          <p:cNvPr id="7712" name="Google Shape;7712;g25a78353f55_0_206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13" name="Google Shape;7713;g25a78353f55_0_206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4" name="Shape 7874"/>
        <p:cNvGrpSpPr/>
        <p:nvPr/>
      </p:nvGrpSpPr>
      <p:grpSpPr>
        <a:xfrm>
          <a:off x="0" y="0"/>
          <a:ext cx="0" cy="0"/>
          <a:chOff x="0" y="0"/>
          <a:chExt cx="0" cy="0"/>
        </a:xfrm>
      </p:grpSpPr>
      <p:sp>
        <p:nvSpPr>
          <p:cNvPr id="7875" name="Google Shape;7875;g25a78353f55_0_207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6" name="Google Shape;7876;g25a78353f55_0_207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6" name="Shape 8276"/>
        <p:cNvGrpSpPr/>
        <p:nvPr/>
      </p:nvGrpSpPr>
      <p:grpSpPr>
        <a:xfrm>
          <a:off x="0" y="0"/>
          <a:ext cx="0" cy="0"/>
          <a:chOff x="0" y="0"/>
          <a:chExt cx="0" cy="0"/>
        </a:xfrm>
      </p:grpSpPr>
      <p:sp>
        <p:nvSpPr>
          <p:cNvPr id="8277" name="Google Shape;8277;g25a78353f55_0_21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8" name="Google Shape;8278;g25a78353f55_0_21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7" name="Shape 8647"/>
        <p:cNvGrpSpPr/>
        <p:nvPr/>
      </p:nvGrpSpPr>
      <p:grpSpPr>
        <a:xfrm>
          <a:off x="0" y="0"/>
          <a:ext cx="0" cy="0"/>
          <a:chOff x="0" y="0"/>
          <a:chExt cx="0" cy="0"/>
        </a:xfrm>
      </p:grpSpPr>
      <p:sp>
        <p:nvSpPr>
          <p:cNvPr id="8648" name="Google Shape;8648;g25a78353f55_0_215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9" name="Google Shape;8649;g25a78353f55_0_215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6" name="Shape 9036"/>
        <p:cNvGrpSpPr/>
        <p:nvPr/>
      </p:nvGrpSpPr>
      <p:grpSpPr>
        <a:xfrm>
          <a:off x="0" y="0"/>
          <a:ext cx="0" cy="0"/>
          <a:chOff x="0" y="0"/>
          <a:chExt cx="0" cy="0"/>
        </a:xfrm>
      </p:grpSpPr>
      <p:sp>
        <p:nvSpPr>
          <p:cNvPr id="9037" name="Google Shape;9037;g25a78353f55_0_21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8" name="Google Shape;9038;g25a78353f55_0_21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7" name="Shape 9467"/>
        <p:cNvGrpSpPr/>
        <p:nvPr/>
      </p:nvGrpSpPr>
      <p:grpSpPr>
        <a:xfrm>
          <a:off x="0" y="0"/>
          <a:ext cx="0" cy="0"/>
          <a:chOff x="0" y="0"/>
          <a:chExt cx="0" cy="0"/>
        </a:xfrm>
      </p:grpSpPr>
      <p:sp>
        <p:nvSpPr>
          <p:cNvPr id="9468" name="Google Shape;9468;g25a78353f55_0_22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9" name="Google Shape;9469;g25a78353f55_0_22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60" name="Shape 10260"/>
        <p:cNvGrpSpPr/>
        <p:nvPr/>
      </p:nvGrpSpPr>
      <p:grpSpPr>
        <a:xfrm>
          <a:off x="0" y="0"/>
          <a:ext cx="0" cy="0"/>
          <a:chOff x="0" y="0"/>
          <a:chExt cx="0" cy="0"/>
        </a:xfrm>
      </p:grpSpPr>
      <p:sp>
        <p:nvSpPr>
          <p:cNvPr id="10261" name="Google Shape;10261;g25a78353f55_0_23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2" name="Google Shape;10262;g25a78353f55_0_23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1" name="Shape 11001"/>
        <p:cNvGrpSpPr/>
        <p:nvPr/>
      </p:nvGrpSpPr>
      <p:grpSpPr>
        <a:xfrm>
          <a:off x="0" y="0"/>
          <a:ext cx="0" cy="0"/>
          <a:chOff x="0" y="0"/>
          <a:chExt cx="0" cy="0"/>
        </a:xfrm>
      </p:grpSpPr>
      <p:sp>
        <p:nvSpPr>
          <p:cNvPr id="11002" name="Google Shape;11002;g25a78353f55_0_23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03" name="Google Shape;11003;g25a78353f55_0_23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94" name="Shape 11694"/>
        <p:cNvGrpSpPr/>
        <p:nvPr/>
      </p:nvGrpSpPr>
      <p:grpSpPr>
        <a:xfrm>
          <a:off x="0" y="0"/>
          <a:ext cx="0" cy="0"/>
          <a:chOff x="0" y="0"/>
          <a:chExt cx="0" cy="0"/>
        </a:xfrm>
      </p:grpSpPr>
      <p:sp>
        <p:nvSpPr>
          <p:cNvPr id="11695" name="Google Shape;11695;g25a78353f55_0_246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96" name="Google Shape;11696;g25a78353f55_0_246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96" name="Shape 11996"/>
        <p:cNvGrpSpPr/>
        <p:nvPr/>
      </p:nvGrpSpPr>
      <p:grpSpPr>
        <a:xfrm>
          <a:off x="0" y="0"/>
          <a:ext cx="0" cy="0"/>
          <a:chOff x="0" y="0"/>
          <a:chExt cx="0" cy="0"/>
        </a:xfrm>
      </p:grpSpPr>
      <p:sp>
        <p:nvSpPr>
          <p:cNvPr id="11997" name="Google Shape;11997;g25a78353f55_0_24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98" name="Google Shape;11998;g25a78353f55_0_24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36" name="Shape 12636"/>
        <p:cNvGrpSpPr/>
        <p:nvPr/>
      </p:nvGrpSpPr>
      <p:grpSpPr>
        <a:xfrm>
          <a:off x="0" y="0"/>
          <a:ext cx="0" cy="0"/>
          <a:chOff x="0" y="0"/>
          <a:chExt cx="0" cy="0"/>
        </a:xfrm>
      </p:grpSpPr>
      <p:sp>
        <p:nvSpPr>
          <p:cNvPr id="12637" name="Google Shape;12637;g25a78353f55_0_27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38" name="Google Shape;12638;g25a78353f55_0_27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1251700" y="1050088"/>
            <a:ext cx="4890300" cy="1990200"/>
          </a:xfrm>
          <a:prstGeom prst="rect">
            <a:avLst/>
          </a:prstGeom>
        </p:spPr>
        <p:txBody>
          <a:bodyPr anchorCtr="0" anchor="b" bIns="91425" lIns="91425" spcFirstLastPara="1" rIns="91425" wrap="square" tIns="91425">
            <a:noAutofit/>
          </a:bodyPr>
          <a:lstStyle>
            <a:lvl1pPr lvl="0" rtl="0" algn="l">
              <a:lnSpc>
                <a:spcPct val="90000"/>
              </a:lnSpc>
              <a:spcBef>
                <a:spcPts val="0"/>
              </a:spcBef>
              <a:spcAft>
                <a:spcPts val="0"/>
              </a:spcAft>
              <a:buSzPts val="5200"/>
              <a:buNone/>
              <a:defRPr sz="43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1" name="Google Shape;11;p2"/>
          <p:cNvSpPr txBox="1"/>
          <p:nvPr>
            <p:ph idx="1" type="subTitle"/>
          </p:nvPr>
        </p:nvSpPr>
        <p:spPr>
          <a:xfrm>
            <a:off x="1251700" y="3040063"/>
            <a:ext cx="4890300" cy="4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nvSpPr>
        <p:spPr>
          <a:xfrm>
            <a:off x="171450" y="145800"/>
            <a:ext cx="8801100" cy="4851900"/>
          </a:xfrm>
          <a:prstGeom prst="rect">
            <a:avLst/>
          </a:prstGeom>
          <a:solidFill>
            <a:schemeClr val="accent2"/>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type="title"/>
          </p:nvPr>
        </p:nvSpPr>
        <p:spPr>
          <a:xfrm>
            <a:off x="1393550" y="2502950"/>
            <a:ext cx="4360200" cy="12825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600"/>
              <a:buNone/>
              <a:defRPr sz="38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5" name="Google Shape;15;p3"/>
          <p:cNvSpPr txBox="1"/>
          <p:nvPr>
            <p:ph hasCustomPrompt="1" idx="2" type="title"/>
          </p:nvPr>
        </p:nvSpPr>
        <p:spPr>
          <a:xfrm>
            <a:off x="1393550" y="1713902"/>
            <a:ext cx="1200000" cy="841800"/>
          </a:xfrm>
          <a:prstGeom prst="rect">
            <a:avLst/>
          </a:prstGeom>
        </p:spPr>
        <p:txBody>
          <a:bodyPr anchorCtr="0" anchor="ctr" bIns="91425" lIns="91425" spcFirstLastPara="1" rIns="91425" wrap="square" tIns="91425">
            <a:noAutofit/>
          </a:bodyPr>
          <a:lstStyle>
            <a:lvl1pPr lvl="0" rtl="0" algn="l">
              <a:spcBef>
                <a:spcPts val="0"/>
              </a:spcBef>
              <a:spcAft>
                <a:spcPts val="0"/>
              </a:spcAft>
              <a:buClr>
                <a:schemeClr val="lt2"/>
              </a:buClr>
              <a:buSzPts val="6000"/>
              <a:buNone/>
              <a:defRPr sz="6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txBox="1"/>
          <p:nvPr>
            <p:ph idx="1" type="subTitle"/>
          </p:nvPr>
        </p:nvSpPr>
        <p:spPr>
          <a:xfrm>
            <a:off x="1393550" y="3743512"/>
            <a:ext cx="4360200" cy="40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lt1"/>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 name="Google Shape;20;p4"/>
          <p:cNvSpPr txBox="1"/>
          <p:nvPr>
            <p:ph idx="1" type="body"/>
          </p:nvPr>
        </p:nvSpPr>
        <p:spPr>
          <a:xfrm>
            <a:off x="720000" y="1152475"/>
            <a:ext cx="7704000" cy="346800"/>
          </a:xfrm>
          <a:prstGeom prst="rect">
            <a:avLst/>
          </a:prstGeom>
        </p:spPr>
        <p:txBody>
          <a:bodyPr anchorCtr="0" anchor="t" bIns="91425" lIns="91425" spcFirstLastPara="1" rIns="91425" wrap="square" tIns="91425">
            <a:noAutofit/>
          </a:bodyPr>
          <a:lstStyle>
            <a:lvl1pPr indent="-317500" lvl="0" marL="457200" rtl="0" algn="ctr">
              <a:lnSpc>
                <a:spcPct val="115000"/>
              </a:lnSpc>
              <a:spcBef>
                <a:spcPts val="0"/>
              </a:spcBef>
              <a:spcAft>
                <a:spcPts val="0"/>
              </a:spcAft>
              <a:buSzPts val="1400"/>
              <a:buChar char="●"/>
              <a:defRPr/>
            </a:lvl1pPr>
            <a:lvl2pPr indent="-304800" lvl="1" marL="914400" rtl="0">
              <a:lnSpc>
                <a:spcPct val="115000"/>
              </a:lnSpc>
              <a:spcBef>
                <a:spcPts val="0"/>
              </a:spcBef>
              <a:spcAft>
                <a:spcPts val="0"/>
              </a:spcAft>
              <a:buSzPts val="1200"/>
              <a:buChar char="○"/>
              <a:defRPr/>
            </a:lvl2pPr>
            <a:lvl3pPr indent="-304800" lvl="2" marL="1371600" rtl="0">
              <a:lnSpc>
                <a:spcPct val="115000"/>
              </a:lnSpc>
              <a:spcBef>
                <a:spcPts val="0"/>
              </a:spcBef>
              <a:spcAft>
                <a:spcPts val="0"/>
              </a:spcAft>
              <a:buSzPts val="1200"/>
              <a:buChar char="■"/>
              <a:defRPr/>
            </a:lvl3pPr>
            <a:lvl4pPr indent="-304800" lvl="3" marL="1828800" rtl="0">
              <a:lnSpc>
                <a:spcPct val="115000"/>
              </a:lnSpc>
              <a:spcBef>
                <a:spcPts val="0"/>
              </a:spcBef>
              <a:spcAft>
                <a:spcPts val="0"/>
              </a:spcAft>
              <a:buSzPts val="1200"/>
              <a:buChar char="●"/>
              <a:defRPr/>
            </a:lvl4pPr>
            <a:lvl5pPr indent="-304800" lvl="4" marL="2286000" rtl="0">
              <a:lnSpc>
                <a:spcPct val="115000"/>
              </a:lnSpc>
              <a:spcBef>
                <a:spcPts val="0"/>
              </a:spcBef>
              <a:spcAft>
                <a:spcPts val="0"/>
              </a:spcAft>
              <a:buSzPts val="1200"/>
              <a:buChar char="○"/>
              <a:defRPr/>
            </a:lvl5pPr>
            <a:lvl6pPr indent="-304800" lvl="5" marL="2743200" rtl="0">
              <a:lnSpc>
                <a:spcPct val="115000"/>
              </a:lnSpc>
              <a:spcBef>
                <a:spcPts val="0"/>
              </a:spcBef>
              <a:spcAft>
                <a:spcPts val="0"/>
              </a:spcAft>
              <a:buSzPts val="1200"/>
              <a:buChar char="■"/>
              <a:defRPr/>
            </a:lvl6pPr>
            <a:lvl7pPr indent="-304800" lvl="6" marL="3200400" rtl="0">
              <a:lnSpc>
                <a:spcPct val="115000"/>
              </a:lnSpc>
              <a:spcBef>
                <a:spcPts val="0"/>
              </a:spcBef>
              <a:spcAft>
                <a:spcPts val="0"/>
              </a:spcAft>
              <a:buSzPts val="1200"/>
              <a:buChar char="●"/>
              <a:defRPr/>
            </a:lvl7pPr>
            <a:lvl8pPr indent="-304800" lvl="7" marL="3657600" rtl="0">
              <a:lnSpc>
                <a:spcPct val="115000"/>
              </a:lnSpc>
              <a:spcBef>
                <a:spcPts val="0"/>
              </a:spcBef>
              <a:spcAft>
                <a:spcPts val="0"/>
              </a:spcAft>
              <a:buSzPts val="1200"/>
              <a:buChar char="○"/>
              <a:defRPr/>
            </a:lvl8pPr>
            <a:lvl9pPr indent="-304800" lvl="8" marL="4114800" rtl="0">
              <a:lnSpc>
                <a:spcPct val="115000"/>
              </a:lnSpc>
              <a:spcBef>
                <a:spcPts val="0"/>
              </a:spcBef>
              <a:spcAft>
                <a:spcPts val="0"/>
              </a:spcAft>
              <a:buSzPts val="1200"/>
              <a:buChar char="■"/>
              <a:defRPr/>
            </a:lvl9pPr>
          </a:lstStyle>
          <a:p/>
        </p:txBody>
      </p:sp>
      <p:grpSp>
        <p:nvGrpSpPr>
          <p:cNvPr id="21" name="Google Shape;21;p4"/>
          <p:cNvGrpSpPr/>
          <p:nvPr/>
        </p:nvGrpSpPr>
        <p:grpSpPr>
          <a:xfrm flipH="1">
            <a:off x="435875" y="1292300"/>
            <a:ext cx="90900" cy="3705900"/>
            <a:chOff x="7952125" y="1292300"/>
            <a:chExt cx="90900" cy="3705900"/>
          </a:xfrm>
        </p:grpSpPr>
        <p:sp>
          <p:nvSpPr>
            <p:cNvPr id="22" name="Google Shape;22;p4"/>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 name="Google Shape;23;p4"/>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nvGrpSpPr>
          <p:cNvPr id="24" name="Google Shape;24;p4"/>
          <p:cNvGrpSpPr/>
          <p:nvPr/>
        </p:nvGrpSpPr>
        <p:grpSpPr>
          <a:xfrm rot="10800000">
            <a:off x="8617225" y="97275"/>
            <a:ext cx="90900" cy="3705900"/>
            <a:chOff x="7952125" y="1292300"/>
            <a:chExt cx="90900" cy="3705900"/>
          </a:xfrm>
        </p:grpSpPr>
        <p:sp>
          <p:nvSpPr>
            <p:cNvPr id="25" name="Google Shape;25;p4"/>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 name="Google Shape;26;p4"/>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7" name="Shape 27"/>
        <p:cNvGrpSpPr/>
        <p:nvPr/>
      </p:nvGrpSpPr>
      <p:grpSpPr>
        <a:xfrm>
          <a:off x="0" y="0"/>
          <a:ext cx="0" cy="0"/>
          <a:chOff x="0" y="0"/>
          <a:chExt cx="0" cy="0"/>
        </a:xfrm>
      </p:grpSpPr>
      <p:sp>
        <p:nvSpPr>
          <p:cNvPr id="28" name="Google Shape;28;p5"/>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5"/>
          <p:cNvSpPr txBox="1"/>
          <p:nvPr>
            <p:ph idx="1" type="subTitle"/>
          </p:nvPr>
        </p:nvSpPr>
        <p:spPr>
          <a:xfrm>
            <a:off x="1938000" y="1571850"/>
            <a:ext cx="5268000" cy="123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 name="Google Shape;30;p5"/>
          <p:cNvSpPr txBox="1"/>
          <p:nvPr>
            <p:ph idx="2" type="subTitle"/>
          </p:nvPr>
        </p:nvSpPr>
        <p:spPr>
          <a:xfrm>
            <a:off x="1938000" y="3033474"/>
            <a:ext cx="5268000" cy="123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1" name="Google Shape;31;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2" name="Google Shape;32;p5"/>
          <p:cNvGrpSpPr/>
          <p:nvPr/>
        </p:nvGrpSpPr>
        <p:grpSpPr>
          <a:xfrm>
            <a:off x="165700" y="1292300"/>
            <a:ext cx="8349200" cy="3705900"/>
            <a:chOff x="165700" y="1292300"/>
            <a:chExt cx="8349200" cy="3705900"/>
          </a:xfrm>
        </p:grpSpPr>
        <p:grpSp>
          <p:nvGrpSpPr>
            <p:cNvPr id="33" name="Google Shape;33;p5"/>
            <p:cNvGrpSpPr/>
            <p:nvPr/>
          </p:nvGrpSpPr>
          <p:grpSpPr>
            <a:xfrm rot="10800000">
              <a:off x="165700" y="4608500"/>
              <a:ext cx="7941000" cy="90900"/>
              <a:chOff x="1239825" y="571500"/>
              <a:chExt cx="7941000" cy="90900"/>
            </a:xfrm>
          </p:grpSpPr>
          <p:cxnSp>
            <p:nvCxnSpPr>
              <p:cNvPr id="34" name="Google Shape;34;p5"/>
              <p:cNvCxnSpPr/>
              <p:nvPr/>
            </p:nvCxnSpPr>
            <p:spPr>
              <a:xfrm>
                <a:off x="1239825" y="571500"/>
                <a:ext cx="7941000" cy="0"/>
              </a:xfrm>
              <a:prstGeom prst="straightConnector1">
                <a:avLst/>
              </a:prstGeom>
              <a:noFill/>
              <a:ln cap="flat" cmpd="sng" w="9525">
                <a:solidFill>
                  <a:schemeClr val="dk1"/>
                </a:solidFill>
                <a:prstDash val="solid"/>
                <a:round/>
                <a:headEnd len="med" w="med" type="none"/>
                <a:tailEnd len="med" w="med" type="none"/>
              </a:ln>
            </p:spPr>
          </p:cxnSp>
          <p:sp>
            <p:nvSpPr>
              <p:cNvPr id="35" name="Google Shape;35;p5"/>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 name="Google Shape;36;p5"/>
            <p:cNvGrpSpPr/>
            <p:nvPr/>
          </p:nvGrpSpPr>
          <p:grpSpPr>
            <a:xfrm flipH="1">
              <a:off x="8424000" y="1292300"/>
              <a:ext cx="90900" cy="3705900"/>
              <a:chOff x="7952125" y="1292300"/>
              <a:chExt cx="90900" cy="3705900"/>
            </a:xfrm>
          </p:grpSpPr>
          <p:sp>
            <p:nvSpPr>
              <p:cNvPr id="37" name="Google Shape;37;p5"/>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 name="Google Shape;38;p5"/>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9" name="Shape 39"/>
        <p:cNvGrpSpPr/>
        <p:nvPr/>
      </p:nvGrpSpPr>
      <p:grpSpPr>
        <a:xfrm>
          <a:off x="0" y="0"/>
          <a:ext cx="0" cy="0"/>
          <a:chOff x="0" y="0"/>
          <a:chExt cx="0" cy="0"/>
        </a:xfrm>
      </p:grpSpPr>
      <p:sp>
        <p:nvSpPr>
          <p:cNvPr id="40" name="Google Shape;40;p6"/>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Font typeface="Noto Serif Ethiopic"/>
              <a:buNone/>
              <a:defRPr>
                <a:latin typeface="Noto Serif Ethiopic"/>
                <a:ea typeface="Noto Serif Ethiopic"/>
                <a:cs typeface="Noto Serif Ethiopic"/>
                <a:sym typeface="Noto Serif Ethiopic"/>
              </a:defRPr>
            </a:lvl2pPr>
            <a:lvl3pPr lvl="2" rtl="0">
              <a:spcBef>
                <a:spcPts val="0"/>
              </a:spcBef>
              <a:spcAft>
                <a:spcPts val="0"/>
              </a:spcAft>
              <a:buSzPts val="3500"/>
              <a:buFont typeface="Noto Serif Ethiopic"/>
              <a:buNone/>
              <a:defRPr>
                <a:latin typeface="Noto Serif Ethiopic"/>
                <a:ea typeface="Noto Serif Ethiopic"/>
                <a:cs typeface="Noto Serif Ethiopic"/>
                <a:sym typeface="Noto Serif Ethiopic"/>
              </a:defRPr>
            </a:lvl3pPr>
            <a:lvl4pPr lvl="3" rtl="0">
              <a:spcBef>
                <a:spcPts val="0"/>
              </a:spcBef>
              <a:spcAft>
                <a:spcPts val="0"/>
              </a:spcAft>
              <a:buSzPts val="3500"/>
              <a:buFont typeface="Noto Serif Ethiopic"/>
              <a:buNone/>
              <a:defRPr>
                <a:latin typeface="Noto Serif Ethiopic"/>
                <a:ea typeface="Noto Serif Ethiopic"/>
                <a:cs typeface="Noto Serif Ethiopic"/>
                <a:sym typeface="Noto Serif Ethiopic"/>
              </a:defRPr>
            </a:lvl4pPr>
            <a:lvl5pPr lvl="4" rtl="0">
              <a:spcBef>
                <a:spcPts val="0"/>
              </a:spcBef>
              <a:spcAft>
                <a:spcPts val="0"/>
              </a:spcAft>
              <a:buSzPts val="3500"/>
              <a:buFont typeface="Noto Serif Ethiopic"/>
              <a:buNone/>
              <a:defRPr>
                <a:latin typeface="Noto Serif Ethiopic"/>
                <a:ea typeface="Noto Serif Ethiopic"/>
                <a:cs typeface="Noto Serif Ethiopic"/>
                <a:sym typeface="Noto Serif Ethiopic"/>
              </a:defRPr>
            </a:lvl5pPr>
            <a:lvl6pPr lvl="5" rtl="0">
              <a:spcBef>
                <a:spcPts val="0"/>
              </a:spcBef>
              <a:spcAft>
                <a:spcPts val="0"/>
              </a:spcAft>
              <a:buSzPts val="3500"/>
              <a:buFont typeface="Noto Serif Ethiopic"/>
              <a:buNone/>
              <a:defRPr>
                <a:latin typeface="Noto Serif Ethiopic"/>
                <a:ea typeface="Noto Serif Ethiopic"/>
                <a:cs typeface="Noto Serif Ethiopic"/>
                <a:sym typeface="Noto Serif Ethiopic"/>
              </a:defRPr>
            </a:lvl6pPr>
            <a:lvl7pPr lvl="6" rtl="0">
              <a:spcBef>
                <a:spcPts val="0"/>
              </a:spcBef>
              <a:spcAft>
                <a:spcPts val="0"/>
              </a:spcAft>
              <a:buSzPts val="3500"/>
              <a:buFont typeface="Noto Serif Ethiopic"/>
              <a:buNone/>
              <a:defRPr>
                <a:latin typeface="Noto Serif Ethiopic"/>
                <a:ea typeface="Noto Serif Ethiopic"/>
                <a:cs typeface="Noto Serif Ethiopic"/>
                <a:sym typeface="Noto Serif Ethiopic"/>
              </a:defRPr>
            </a:lvl7pPr>
            <a:lvl8pPr lvl="7" rtl="0">
              <a:spcBef>
                <a:spcPts val="0"/>
              </a:spcBef>
              <a:spcAft>
                <a:spcPts val="0"/>
              </a:spcAft>
              <a:buSzPts val="3500"/>
              <a:buFont typeface="Noto Serif Ethiopic"/>
              <a:buNone/>
              <a:defRPr>
                <a:latin typeface="Noto Serif Ethiopic"/>
                <a:ea typeface="Noto Serif Ethiopic"/>
                <a:cs typeface="Noto Serif Ethiopic"/>
                <a:sym typeface="Noto Serif Ethiopic"/>
              </a:defRPr>
            </a:lvl8pPr>
            <a:lvl9pPr lvl="8" rtl="0">
              <a:spcBef>
                <a:spcPts val="0"/>
              </a:spcBef>
              <a:spcAft>
                <a:spcPts val="0"/>
              </a:spcAft>
              <a:buSzPts val="3500"/>
              <a:buFont typeface="Noto Serif Ethiopic"/>
              <a:buNone/>
              <a:defRPr>
                <a:latin typeface="Noto Serif Ethiopic"/>
                <a:ea typeface="Noto Serif Ethiopic"/>
                <a:cs typeface="Noto Serif Ethiopic"/>
                <a:sym typeface="Noto Serif Ethiopic"/>
              </a:defRPr>
            </a:lvl9pPr>
          </a:lstStyle>
          <a:p/>
        </p:txBody>
      </p:sp>
      <p:grpSp>
        <p:nvGrpSpPr>
          <p:cNvPr id="42" name="Google Shape;42;p6"/>
          <p:cNvGrpSpPr/>
          <p:nvPr/>
        </p:nvGrpSpPr>
        <p:grpSpPr>
          <a:xfrm>
            <a:off x="435875" y="97275"/>
            <a:ext cx="8272250" cy="4900925"/>
            <a:chOff x="435875" y="97275"/>
            <a:chExt cx="8272250" cy="4900925"/>
          </a:xfrm>
        </p:grpSpPr>
        <p:grpSp>
          <p:nvGrpSpPr>
            <p:cNvPr id="43" name="Google Shape;43;p6"/>
            <p:cNvGrpSpPr/>
            <p:nvPr/>
          </p:nvGrpSpPr>
          <p:grpSpPr>
            <a:xfrm flipH="1">
              <a:off x="435875" y="1292300"/>
              <a:ext cx="90900" cy="3705900"/>
              <a:chOff x="7952125" y="1292300"/>
              <a:chExt cx="90900" cy="3705900"/>
            </a:xfrm>
          </p:grpSpPr>
          <p:sp>
            <p:nvSpPr>
              <p:cNvPr id="44" name="Google Shape;44;p6"/>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 name="Google Shape;45;p6"/>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nvGrpSpPr>
            <p:cNvPr id="46" name="Google Shape;46;p6"/>
            <p:cNvGrpSpPr/>
            <p:nvPr/>
          </p:nvGrpSpPr>
          <p:grpSpPr>
            <a:xfrm rot="10800000">
              <a:off x="8617225" y="97275"/>
              <a:ext cx="90900" cy="3705900"/>
              <a:chOff x="7952125" y="1292300"/>
              <a:chExt cx="90900" cy="3705900"/>
            </a:xfrm>
          </p:grpSpPr>
          <p:sp>
            <p:nvSpPr>
              <p:cNvPr id="47" name="Google Shape;47;p6"/>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 name="Google Shape;48;p6"/>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9" name="Shape 49"/>
        <p:cNvGrpSpPr/>
        <p:nvPr/>
      </p:nvGrpSpPr>
      <p:grpSpPr>
        <a:xfrm>
          <a:off x="0" y="0"/>
          <a:ext cx="0" cy="0"/>
          <a:chOff x="0" y="0"/>
          <a:chExt cx="0" cy="0"/>
        </a:xfrm>
      </p:grpSpPr>
      <p:sp>
        <p:nvSpPr>
          <p:cNvPr id="50" name="Google Shape;50;p7"/>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2" name="Google Shape;52;p7"/>
          <p:cNvSpPr txBox="1"/>
          <p:nvPr>
            <p:ph idx="1" type="body"/>
          </p:nvPr>
        </p:nvSpPr>
        <p:spPr>
          <a:xfrm>
            <a:off x="720000" y="1152475"/>
            <a:ext cx="7704000" cy="19113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a:lvl1pPr>
            <a:lvl2pPr indent="-304800" lvl="1" marL="914400" rtl="0">
              <a:lnSpc>
                <a:spcPct val="115000"/>
              </a:lnSpc>
              <a:spcBef>
                <a:spcPts val="0"/>
              </a:spcBef>
              <a:spcAft>
                <a:spcPts val="0"/>
              </a:spcAft>
              <a:buSzPts val="1200"/>
              <a:buChar char="○"/>
              <a:defRPr/>
            </a:lvl2pPr>
            <a:lvl3pPr indent="-304800" lvl="2" marL="1371600" rtl="0">
              <a:lnSpc>
                <a:spcPct val="115000"/>
              </a:lnSpc>
              <a:spcBef>
                <a:spcPts val="0"/>
              </a:spcBef>
              <a:spcAft>
                <a:spcPts val="0"/>
              </a:spcAft>
              <a:buSzPts val="1200"/>
              <a:buChar char="■"/>
              <a:defRPr/>
            </a:lvl3pPr>
            <a:lvl4pPr indent="-304800" lvl="3" marL="1828800" rtl="0">
              <a:lnSpc>
                <a:spcPct val="115000"/>
              </a:lnSpc>
              <a:spcBef>
                <a:spcPts val="0"/>
              </a:spcBef>
              <a:spcAft>
                <a:spcPts val="0"/>
              </a:spcAft>
              <a:buSzPts val="1200"/>
              <a:buChar char="●"/>
              <a:defRPr/>
            </a:lvl4pPr>
            <a:lvl5pPr indent="-304800" lvl="4" marL="2286000" rtl="0">
              <a:lnSpc>
                <a:spcPct val="115000"/>
              </a:lnSpc>
              <a:spcBef>
                <a:spcPts val="0"/>
              </a:spcBef>
              <a:spcAft>
                <a:spcPts val="0"/>
              </a:spcAft>
              <a:buSzPts val="1200"/>
              <a:buChar char="○"/>
              <a:defRPr/>
            </a:lvl5pPr>
            <a:lvl6pPr indent="-304800" lvl="5" marL="2743200" rtl="0">
              <a:lnSpc>
                <a:spcPct val="115000"/>
              </a:lnSpc>
              <a:spcBef>
                <a:spcPts val="0"/>
              </a:spcBef>
              <a:spcAft>
                <a:spcPts val="0"/>
              </a:spcAft>
              <a:buSzPts val="1200"/>
              <a:buChar char="■"/>
              <a:defRPr/>
            </a:lvl6pPr>
            <a:lvl7pPr indent="-304800" lvl="6" marL="3200400" rtl="0">
              <a:lnSpc>
                <a:spcPct val="115000"/>
              </a:lnSpc>
              <a:spcBef>
                <a:spcPts val="0"/>
              </a:spcBef>
              <a:spcAft>
                <a:spcPts val="0"/>
              </a:spcAft>
              <a:buSzPts val="1200"/>
              <a:buChar char="●"/>
              <a:defRPr/>
            </a:lvl7pPr>
            <a:lvl8pPr indent="-304800" lvl="7" marL="3657600" rtl="0">
              <a:lnSpc>
                <a:spcPct val="115000"/>
              </a:lnSpc>
              <a:spcBef>
                <a:spcPts val="0"/>
              </a:spcBef>
              <a:spcAft>
                <a:spcPts val="0"/>
              </a:spcAft>
              <a:buSzPts val="1200"/>
              <a:buChar char="○"/>
              <a:defRPr/>
            </a:lvl8pPr>
            <a:lvl9pPr indent="-304800" lvl="8" marL="4114800" rtl="0">
              <a:lnSpc>
                <a:spcPct val="115000"/>
              </a:lnSpc>
              <a:spcBef>
                <a:spcPts val="0"/>
              </a:spcBef>
              <a:spcAft>
                <a:spcPts val="0"/>
              </a:spcAft>
              <a:buSzPts val="1200"/>
              <a:buChar char="■"/>
              <a:defRPr/>
            </a:lvl9pPr>
          </a:lstStyle>
          <a:p/>
        </p:txBody>
      </p:sp>
      <p:grpSp>
        <p:nvGrpSpPr>
          <p:cNvPr id="53" name="Google Shape;53;p7"/>
          <p:cNvGrpSpPr/>
          <p:nvPr/>
        </p:nvGrpSpPr>
        <p:grpSpPr>
          <a:xfrm flipH="1" rot="10800000">
            <a:off x="2502023" y="4741850"/>
            <a:ext cx="6506400" cy="90900"/>
            <a:chOff x="1239825" y="571500"/>
            <a:chExt cx="6506400" cy="90900"/>
          </a:xfrm>
        </p:grpSpPr>
        <p:cxnSp>
          <p:nvCxnSpPr>
            <p:cNvPr id="54" name="Google Shape;54;p7"/>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55" name="Google Shape;55;p7"/>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6" name="Shape 56"/>
        <p:cNvGrpSpPr/>
        <p:nvPr/>
      </p:nvGrpSpPr>
      <p:grpSpPr>
        <a:xfrm>
          <a:off x="0" y="0"/>
          <a:ext cx="0" cy="0"/>
          <a:chOff x="0" y="0"/>
          <a:chExt cx="0" cy="0"/>
        </a:xfrm>
      </p:grpSpPr>
      <p:sp>
        <p:nvSpPr>
          <p:cNvPr id="57" name="Google Shape;57;p8"/>
          <p:cNvSpPr/>
          <p:nvPr/>
        </p:nvSpPr>
        <p:spPr>
          <a:xfrm>
            <a:off x="171450" y="145800"/>
            <a:ext cx="8801100" cy="4851900"/>
          </a:xfrm>
          <a:prstGeom prst="rect">
            <a:avLst/>
          </a:prstGeom>
          <a:solidFill>
            <a:schemeClr val="accent2"/>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8"/>
          <p:cNvSpPr txBox="1"/>
          <p:nvPr>
            <p:ph type="title"/>
          </p:nvPr>
        </p:nvSpPr>
        <p:spPr>
          <a:xfrm>
            <a:off x="2496300" y="1417500"/>
            <a:ext cx="4151400" cy="2308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grpSp>
        <p:nvGrpSpPr>
          <p:cNvPr id="59" name="Google Shape;59;p8"/>
          <p:cNvGrpSpPr/>
          <p:nvPr/>
        </p:nvGrpSpPr>
        <p:grpSpPr>
          <a:xfrm rot="10800000">
            <a:off x="165548" y="4741850"/>
            <a:ext cx="6506400" cy="90900"/>
            <a:chOff x="1239825" y="571500"/>
            <a:chExt cx="6506400" cy="90900"/>
          </a:xfrm>
        </p:grpSpPr>
        <p:cxnSp>
          <p:nvCxnSpPr>
            <p:cNvPr id="60" name="Google Shape;60;p8"/>
            <p:cNvCxnSpPr/>
            <p:nvPr/>
          </p:nvCxnSpPr>
          <p:spPr>
            <a:xfrm>
              <a:off x="1239825" y="571500"/>
              <a:ext cx="6506400" cy="0"/>
            </a:xfrm>
            <a:prstGeom prst="straightConnector1">
              <a:avLst/>
            </a:prstGeom>
            <a:noFill/>
            <a:ln cap="flat" cmpd="sng" w="9525">
              <a:solidFill>
                <a:schemeClr val="lt1"/>
              </a:solidFill>
              <a:prstDash val="solid"/>
              <a:round/>
              <a:headEnd len="med" w="med" type="none"/>
              <a:tailEnd len="med" w="med" type="none"/>
            </a:ln>
          </p:spPr>
        </p:cxnSp>
        <p:sp>
          <p:nvSpPr>
            <p:cNvPr id="61" name="Google Shape;61;p8"/>
            <p:cNvSpPr/>
            <p:nvPr/>
          </p:nvSpPr>
          <p:spPr>
            <a:xfrm>
              <a:off x="1239825" y="571500"/>
              <a:ext cx="505200" cy="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 name="Google Shape;62;p8"/>
          <p:cNvGrpSpPr/>
          <p:nvPr/>
        </p:nvGrpSpPr>
        <p:grpSpPr>
          <a:xfrm flipH="1" rot="10800000">
            <a:off x="2467871" y="298450"/>
            <a:ext cx="6506400" cy="90900"/>
            <a:chOff x="1239825" y="571500"/>
            <a:chExt cx="6506400" cy="90900"/>
          </a:xfrm>
        </p:grpSpPr>
        <p:cxnSp>
          <p:nvCxnSpPr>
            <p:cNvPr id="63" name="Google Shape;63;p8"/>
            <p:cNvCxnSpPr/>
            <p:nvPr/>
          </p:nvCxnSpPr>
          <p:spPr>
            <a:xfrm>
              <a:off x="1239825" y="571500"/>
              <a:ext cx="6506400" cy="0"/>
            </a:xfrm>
            <a:prstGeom prst="straightConnector1">
              <a:avLst/>
            </a:prstGeom>
            <a:noFill/>
            <a:ln cap="flat" cmpd="sng" w="9525">
              <a:solidFill>
                <a:schemeClr val="lt1"/>
              </a:solidFill>
              <a:prstDash val="solid"/>
              <a:round/>
              <a:headEnd len="med" w="med" type="none"/>
              <a:tailEnd len="med" w="med" type="none"/>
            </a:ln>
          </p:spPr>
        </p:cxnSp>
        <p:sp>
          <p:nvSpPr>
            <p:cNvPr id="64" name="Google Shape;64;p8"/>
            <p:cNvSpPr/>
            <p:nvPr/>
          </p:nvSpPr>
          <p:spPr>
            <a:xfrm>
              <a:off x="1239825" y="571500"/>
              <a:ext cx="505200" cy="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5" name="Shape 65"/>
        <p:cNvGrpSpPr/>
        <p:nvPr/>
      </p:nvGrpSpPr>
      <p:grpSpPr>
        <a:xfrm>
          <a:off x="0" y="0"/>
          <a:ext cx="0" cy="0"/>
          <a:chOff x="0" y="0"/>
          <a:chExt cx="0" cy="0"/>
        </a:xfrm>
      </p:grpSpPr>
      <p:sp>
        <p:nvSpPr>
          <p:cNvPr id="66" name="Google Shape;66;p9"/>
          <p:cNvSpPr/>
          <p:nvPr/>
        </p:nvSpPr>
        <p:spPr>
          <a:xfrm>
            <a:off x="171450" y="145800"/>
            <a:ext cx="8801100" cy="4851900"/>
          </a:xfrm>
          <a:prstGeom prst="rect">
            <a:avLst/>
          </a:prstGeom>
          <a:solidFill>
            <a:schemeClr val="accent2"/>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9"/>
          <p:cNvSpPr txBox="1"/>
          <p:nvPr>
            <p:ph type="title"/>
          </p:nvPr>
        </p:nvSpPr>
        <p:spPr>
          <a:xfrm>
            <a:off x="3102200" y="2281338"/>
            <a:ext cx="4661100" cy="981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60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8" name="Google Shape;68;p9"/>
          <p:cNvSpPr txBox="1"/>
          <p:nvPr>
            <p:ph idx="1" type="subTitle"/>
          </p:nvPr>
        </p:nvSpPr>
        <p:spPr>
          <a:xfrm>
            <a:off x="3102200" y="3262669"/>
            <a:ext cx="4661100" cy="618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solidFill>
                  <a:schemeClr val="lt1"/>
                </a:solidFill>
              </a:defRPr>
            </a:lvl1pPr>
            <a:lvl2pPr lvl="1" rtl="0">
              <a:lnSpc>
                <a:spcPct val="100000"/>
              </a:lnSpc>
              <a:spcBef>
                <a:spcPts val="0"/>
              </a:spcBef>
              <a:spcAft>
                <a:spcPts val="0"/>
              </a:spcAft>
              <a:buSzPts val="1200"/>
              <a:buNone/>
              <a:defRPr/>
            </a:lvl2pPr>
            <a:lvl3pPr lvl="2" rtl="0">
              <a:lnSpc>
                <a:spcPct val="100000"/>
              </a:lnSpc>
              <a:spcBef>
                <a:spcPts val="1600"/>
              </a:spcBef>
              <a:spcAft>
                <a:spcPts val="0"/>
              </a:spcAft>
              <a:buSzPts val="1200"/>
              <a:buNone/>
              <a:defRPr/>
            </a:lvl3pPr>
            <a:lvl4pPr lvl="3" rtl="0">
              <a:lnSpc>
                <a:spcPct val="100000"/>
              </a:lnSpc>
              <a:spcBef>
                <a:spcPts val="1600"/>
              </a:spcBef>
              <a:spcAft>
                <a:spcPts val="0"/>
              </a:spcAft>
              <a:buSzPts val="1200"/>
              <a:buNone/>
              <a:defRPr/>
            </a:lvl4pPr>
            <a:lvl5pPr lvl="4" rtl="0">
              <a:lnSpc>
                <a:spcPct val="100000"/>
              </a:lnSpc>
              <a:spcBef>
                <a:spcPts val="1600"/>
              </a:spcBef>
              <a:spcAft>
                <a:spcPts val="0"/>
              </a:spcAft>
              <a:buSzPts val="1200"/>
              <a:buNone/>
              <a:defRPr/>
            </a:lvl5pPr>
            <a:lvl6pPr lvl="5" rtl="0">
              <a:lnSpc>
                <a:spcPct val="100000"/>
              </a:lnSpc>
              <a:spcBef>
                <a:spcPts val="1600"/>
              </a:spcBef>
              <a:spcAft>
                <a:spcPts val="0"/>
              </a:spcAft>
              <a:buSzPts val="1200"/>
              <a:buNone/>
              <a:defRPr/>
            </a:lvl6pPr>
            <a:lvl7pPr lvl="6" rtl="0">
              <a:lnSpc>
                <a:spcPct val="100000"/>
              </a:lnSpc>
              <a:spcBef>
                <a:spcPts val="1600"/>
              </a:spcBef>
              <a:spcAft>
                <a:spcPts val="0"/>
              </a:spcAft>
              <a:buSzPts val="1200"/>
              <a:buNone/>
              <a:defRPr/>
            </a:lvl7pPr>
            <a:lvl8pPr lvl="7" rtl="0">
              <a:lnSpc>
                <a:spcPct val="100000"/>
              </a:lnSpc>
              <a:spcBef>
                <a:spcPts val="1600"/>
              </a:spcBef>
              <a:spcAft>
                <a:spcPts val="0"/>
              </a:spcAft>
              <a:buSzPts val="1200"/>
              <a:buNone/>
              <a:defRPr/>
            </a:lvl8pPr>
            <a:lvl9pPr lvl="8" rtl="0">
              <a:lnSpc>
                <a:spcPct val="100000"/>
              </a:lnSpc>
              <a:spcBef>
                <a:spcPts val="1600"/>
              </a:spcBef>
              <a:spcAft>
                <a:spcPts val="160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9" name="Shape 69"/>
        <p:cNvGrpSpPr/>
        <p:nvPr/>
      </p:nvGrpSpPr>
      <p:grpSpPr>
        <a:xfrm>
          <a:off x="0" y="0"/>
          <a:ext cx="0" cy="0"/>
          <a:chOff x="0" y="0"/>
          <a:chExt cx="0" cy="0"/>
        </a:xfrm>
      </p:grpSpPr>
      <p:sp>
        <p:nvSpPr>
          <p:cNvPr id="70" name="Google Shape;70;p10"/>
          <p:cNvSpPr/>
          <p:nvPr>
            <p:ph idx="2" type="pic"/>
          </p:nvPr>
        </p:nvSpPr>
        <p:spPr>
          <a:xfrm>
            <a:off x="-11825" y="-11825"/>
            <a:ext cx="9155700" cy="5155200"/>
          </a:xfrm>
          <a:prstGeom prst="rect">
            <a:avLst/>
          </a:prstGeom>
          <a:noFill/>
          <a:ln>
            <a:noFill/>
          </a:ln>
        </p:spPr>
      </p:sp>
      <p:sp>
        <p:nvSpPr>
          <p:cNvPr id="71" name="Google Shape;71;p10"/>
          <p:cNvSpPr txBox="1"/>
          <p:nvPr>
            <p:ph type="title"/>
          </p:nvPr>
        </p:nvSpPr>
        <p:spPr>
          <a:xfrm>
            <a:off x="1522200" y="3961375"/>
            <a:ext cx="60996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500"/>
              <a:buNone/>
              <a:defRPr sz="24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2" name="Shape 72"/>
        <p:cNvGrpSpPr/>
        <p:nvPr/>
      </p:nvGrpSpPr>
      <p:grpSpPr>
        <a:xfrm>
          <a:off x="0" y="0"/>
          <a:ext cx="0" cy="0"/>
          <a:chOff x="0" y="0"/>
          <a:chExt cx="0" cy="0"/>
        </a:xfrm>
      </p:grpSpPr>
      <p:sp>
        <p:nvSpPr>
          <p:cNvPr id="73" name="Google Shape;73;p11"/>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1"/>
          <p:cNvSpPr txBox="1"/>
          <p:nvPr>
            <p:ph hasCustomPrompt="1" type="title"/>
          </p:nvPr>
        </p:nvSpPr>
        <p:spPr>
          <a:xfrm>
            <a:off x="1740000" y="1788150"/>
            <a:ext cx="5664000" cy="1169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2"/>
              </a:buClr>
              <a:buSzPts val="6000"/>
              <a:buNone/>
              <a:defRPr sz="6000">
                <a:solidFill>
                  <a:schemeClr val="accent2"/>
                </a:solidFill>
              </a:defRPr>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75" name="Google Shape;75;p11"/>
          <p:cNvSpPr txBox="1"/>
          <p:nvPr>
            <p:ph idx="1" type="subTitle"/>
          </p:nvPr>
        </p:nvSpPr>
        <p:spPr>
          <a:xfrm>
            <a:off x="1740000" y="2957550"/>
            <a:ext cx="5664000" cy="397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76" name="Google Shape;76;p11"/>
          <p:cNvGrpSpPr/>
          <p:nvPr/>
        </p:nvGrpSpPr>
        <p:grpSpPr>
          <a:xfrm rot="10800000">
            <a:off x="165548" y="4741850"/>
            <a:ext cx="6506400" cy="90900"/>
            <a:chOff x="1239825" y="571500"/>
            <a:chExt cx="6506400" cy="90900"/>
          </a:xfrm>
        </p:grpSpPr>
        <p:cxnSp>
          <p:nvCxnSpPr>
            <p:cNvPr id="77" name="Google Shape;77;p11"/>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78" name="Google Shape;78;p11"/>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 name="Google Shape;79;p11"/>
          <p:cNvGrpSpPr/>
          <p:nvPr/>
        </p:nvGrpSpPr>
        <p:grpSpPr>
          <a:xfrm flipH="1" rot="10800000">
            <a:off x="2467871" y="298450"/>
            <a:ext cx="6506400" cy="90900"/>
            <a:chOff x="1239825" y="571500"/>
            <a:chExt cx="6506400" cy="90900"/>
          </a:xfrm>
        </p:grpSpPr>
        <p:cxnSp>
          <p:nvCxnSpPr>
            <p:cNvPr id="80" name="Google Shape;80;p11"/>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81" name="Google Shape;81;p11"/>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3"/>
        </a:solidFill>
      </p:bgPr>
    </p:bg>
    <p:spTree>
      <p:nvGrpSpPr>
        <p:cNvPr id="82" name="Shape 8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83" name="Shape 83"/>
        <p:cNvGrpSpPr/>
        <p:nvPr/>
      </p:nvGrpSpPr>
      <p:grpSpPr>
        <a:xfrm>
          <a:off x="0" y="0"/>
          <a:ext cx="0" cy="0"/>
          <a:chOff x="0" y="0"/>
          <a:chExt cx="0" cy="0"/>
        </a:xfrm>
      </p:grpSpPr>
      <p:sp>
        <p:nvSpPr>
          <p:cNvPr id="84" name="Google Shape;84;p13"/>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3"/>
          <p:cNvSpPr txBox="1"/>
          <p:nvPr>
            <p:ph hasCustomPrompt="1" type="title"/>
          </p:nvPr>
        </p:nvSpPr>
        <p:spPr>
          <a:xfrm>
            <a:off x="1245650" y="10734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p:nvPr>
            <p:ph idx="1" type="subTitle"/>
          </p:nvPr>
        </p:nvSpPr>
        <p:spPr>
          <a:xfrm>
            <a:off x="720000" y="2211355"/>
            <a:ext cx="23364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87" name="Google Shape;87;p13"/>
          <p:cNvSpPr txBox="1"/>
          <p:nvPr>
            <p:ph hasCustomPrompt="1" idx="2" type="title"/>
          </p:nvPr>
        </p:nvSpPr>
        <p:spPr>
          <a:xfrm>
            <a:off x="3931900" y="10734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8" name="Google Shape;88;p13"/>
          <p:cNvSpPr txBox="1"/>
          <p:nvPr>
            <p:ph idx="3" type="subTitle"/>
          </p:nvPr>
        </p:nvSpPr>
        <p:spPr>
          <a:xfrm>
            <a:off x="3403800" y="2211355"/>
            <a:ext cx="23364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89" name="Google Shape;89;p13"/>
          <p:cNvSpPr txBox="1"/>
          <p:nvPr>
            <p:ph hasCustomPrompt="1" idx="4" type="title"/>
          </p:nvPr>
        </p:nvSpPr>
        <p:spPr>
          <a:xfrm>
            <a:off x="6623050" y="10734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 name="Google Shape;90;p13"/>
          <p:cNvSpPr txBox="1"/>
          <p:nvPr>
            <p:ph idx="5" type="subTitle"/>
          </p:nvPr>
        </p:nvSpPr>
        <p:spPr>
          <a:xfrm>
            <a:off x="6087600" y="2211355"/>
            <a:ext cx="23364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91" name="Google Shape;91;p13"/>
          <p:cNvSpPr txBox="1"/>
          <p:nvPr>
            <p:ph hasCustomPrompt="1" idx="6" type="title"/>
          </p:nvPr>
        </p:nvSpPr>
        <p:spPr>
          <a:xfrm>
            <a:off x="2590000" y="2824525"/>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2" name="Google Shape;92;p13"/>
          <p:cNvSpPr txBox="1"/>
          <p:nvPr>
            <p:ph idx="7" type="subTitle"/>
          </p:nvPr>
        </p:nvSpPr>
        <p:spPr>
          <a:xfrm>
            <a:off x="2064350" y="3970706"/>
            <a:ext cx="23364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93" name="Google Shape;93;p13"/>
          <p:cNvSpPr txBox="1"/>
          <p:nvPr>
            <p:ph hasCustomPrompt="1" idx="8" type="title"/>
          </p:nvPr>
        </p:nvSpPr>
        <p:spPr>
          <a:xfrm>
            <a:off x="5276250" y="2824525"/>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4" name="Google Shape;94;p13"/>
          <p:cNvSpPr txBox="1"/>
          <p:nvPr>
            <p:ph idx="9" type="subTitle"/>
          </p:nvPr>
        </p:nvSpPr>
        <p:spPr>
          <a:xfrm>
            <a:off x="4748150" y="3970706"/>
            <a:ext cx="23364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95" name="Google Shape;95;p13"/>
          <p:cNvSpPr txBox="1"/>
          <p:nvPr>
            <p:ph idx="13"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6" name="Google Shape;96;p13"/>
          <p:cNvSpPr txBox="1"/>
          <p:nvPr>
            <p:ph idx="14" type="subTitle"/>
          </p:nvPr>
        </p:nvSpPr>
        <p:spPr>
          <a:xfrm>
            <a:off x="715100" y="1590600"/>
            <a:ext cx="2336400" cy="7179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000">
                <a:solidFill>
                  <a:schemeClr val="dk1"/>
                </a:solidFill>
                <a:latin typeface="Noto Serif Ethiopic"/>
                <a:ea typeface="Noto Serif Ethiopic"/>
                <a:cs typeface="Noto Serif Ethiopic"/>
                <a:sym typeface="Noto Serif Ethiopic"/>
              </a:defRPr>
            </a:lvl1pPr>
            <a:lvl2pPr lvl="1"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97" name="Google Shape;97;p13"/>
          <p:cNvSpPr txBox="1"/>
          <p:nvPr>
            <p:ph idx="15" type="subTitle"/>
          </p:nvPr>
        </p:nvSpPr>
        <p:spPr>
          <a:xfrm>
            <a:off x="3403800" y="1590600"/>
            <a:ext cx="2336400" cy="7179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000">
                <a:solidFill>
                  <a:schemeClr val="dk1"/>
                </a:solidFill>
                <a:latin typeface="Noto Serif Ethiopic"/>
                <a:ea typeface="Noto Serif Ethiopic"/>
                <a:cs typeface="Noto Serif Ethiopic"/>
                <a:sym typeface="Noto Serif Ethiopic"/>
              </a:defRPr>
            </a:lvl1pPr>
            <a:lvl2pPr lvl="1"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98" name="Google Shape;98;p13"/>
          <p:cNvSpPr txBox="1"/>
          <p:nvPr>
            <p:ph idx="16" type="subTitle"/>
          </p:nvPr>
        </p:nvSpPr>
        <p:spPr>
          <a:xfrm>
            <a:off x="6092500" y="1590600"/>
            <a:ext cx="2336400" cy="7179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000">
                <a:solidFill>
                  <a:schemeClr val="dk1"/>
                </a:solidFill>
                <a:latin typeface="Noto Serif Ethiopic"/>
                <a:ea typeface="Noto Serif Ethiopic"/>
                <a:cs typeface="Noto Serif Ethiopic"/>
                <a:sym typeface="Noto Serif Ethiopic"/>
              </a:defRPr>
            </a:lvl1pPr>
            <a:lvl2pPr lvl="1"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99" name="Google Shape;99;p13"/>
          <p:cNvSpPr txBox="1"/>
          <p:nvPr>
            <p:ph idx="17" type="subTitle"/>
          </p:nvPr>
        </p:nvSpPr>
        <p:spPr>
          <a:xfrm>
            <a:off x="2059450" y="3350000"/>
            <a:ext cx="2336400" cy="7179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000">
                <a:solidFill>
                  <a:schemeClr val="dk1"/>
                </a:solidFill>
                <a:latin typeface="Noto Serif Ethiopic"/>
                <a:ea typeface="Noto Serif Ethiopic"/>
                <a:cs typeface="Noto Serif Ethiopic"/>
                <a:sym typeface="Noto Serif Ethiopic"/>
              </a:defRPr>
            </a:lvl1pPr>
            <a:lvl2pPr lvl="1"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100" name="Google Shape;100;p13"/>
          <p:cNvSpPr txBox="1"/>
          <p:nvPr>
            <p:ph idx="18" type="subTitle"/>
          </p:nvPr>
        </p:nvSpPr>
        <p:spPr>
          <a:xfrm>
            <a:off x="4748150" y="3350000"/>
            <a:ext cx="2336400" cy="7179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000">
                <a:solidFill>
                  <a:schemeClr val="dk1"/>
                </a:solidFill>
                <a:latin typeface="Noto Serif Ethiopic"/>
                <a:ea typeface="Noto Serif Ethiopic"/>
                <a:cs typeface="Noto Serif Ethiopic"/>
                <a:sym typeface="Noto Serif Ethiopic"/>
              </a:defRPr>
            </a:lvl1pPr>
            <a:lvl2pPr lvl="1"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grpSp>
        <p:nvGrpSpPr>
          <p:cNvPr id="101" name="Google Shape;101;p13"/>
          <p:cNvGrpSpPr/>
          <p:nvPr/>
        </p:nvGrpSpPr>
        <p:grpSpPr>
          <a:xfrm rot="10800000">
            <a:off x="165548" y="4741850"/>
            <a:ext cx="6506400" cy="90900"/>
            <a:chOff x="1239825" y="571500"/>
            <a:chExt cx="6506400" cy="90900"/>
          </a:xfrm>
        </p:grpSpPr>
        <p:cxnSp>
          <p:nvCxnSpPr>
            <p:cNvPr id="102" name="Google Shape;102;p13"/>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103" name="Google Shape;103;p13"/>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04" name="Shape 104"/>
        <p:cNvGrpSpPr/>
        <p:nvPr/>
      </p:nvGrpSpPr>
      <p:grpSpPr>
        <a:xfrm>
          <a:off x="0" y="0"/>
          <a:ext cx="0" cy="0"/>
          <a:chOff x="0" y="0"/>
          <a:chExt cx="0" cy="0"/>
        </a:xfrm>
      </p:grpSpPr>
      <p:sp>
        <p:nvSpPr>
          <p:cNvPr id="105" name="Google Shape;105;p14"/>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4"/>
          <p:cNvSpPr txBox="1"/>
          <p:nvPr>
            <p:ph type="title"/>
          </p:nvPr>
        </p:nvSpPr>
        <p:spPr>
          <a:xfrm>
            <a:off x="1717938" y="3040950"/>
            <a:ext cx="5708100" cy="531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2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07" name="Google Shape;107;p14"/>
          <p:cNvSpPr txBox="1"/>
          <p:nvPr>
            <p:ph idx="1" type="subTitle"/>
          </p:nvPr>
        </p:nvSpPr>
        <p:spPr>
          <a:xfrm>
            <a:off x="1717960" y="1570650"/>
            <a:ext cx="5708100" cy="1470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500"/>
              <a:buNone/>
              <a:defRPr sz="24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108" name="Google Shape;108;p14"/>
          <p:cNvGrpSpPr/>
          <p:nvPr/>
        </p:nvGrpSpPr>
        <p:grpSpPr>
          <a:xfrm>
            <a:off x="435875" y="97275"/>
            <a:ext cx="8272250" cy="4900925"/>
            <a:chOff x="435875" y="97275"/>
            <a:chExt cx="8272250" cy="4900925"/>
          </a:xfrm>
        </p:grpSpPr>
        <p:grpSp>
          <p:nvGrpSpPr>
            <p:cNvPr id="109" name="Google Shape;109;p14"/>
            <p:cNvGrpSpPr/>
            <p:nvPr/>
          </p:nvGrpSpPr>
          <p:grpSpPr>
            <a:xfrm rot="10800000">
              <a:off x="435875" y="97275"/>
              <a:ext cx="90900" cy="3705900"/>
              <a:chOff x="7952125" y="1292300"/>
              <a:chExt cx="90900" cy="3705900"/>
            </a:xfrm>
          </p:grpSpPr>
          <p:sp>
            <p:nvSpPr>
              <p:cNvPr id="110" name="Google Shape;110;p14"/>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 name="Google Shape;111;p14"/>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nvGrpSpPr>
            <p:cNvPr id="112" name="Google Shape;112;p14"/>
            <p:cNvGrpSpPr/>
            <p:nvPr/>
          </p:nvGrpSpPr>
          <p:grpSpPr>
            <a:xfrm flipH="1">
              <a:off x="8617225" y="1292300"/>
              <a:ext cx="90900" cy="3705900"/>
              <a:chOff x="7952125" y="1292300"/>
              <a:chExt cx="90900" cy="3705900"/>
            </a:xfrm>
          </p:grpSpPr>
          <p:sp>
            <p:nvSpPr>
              <p:cNvPr id="113" name="Google Shape;113;p14"/>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 name="Google Shape;114;p14"/>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15" name="Shape 115"/>
        <p:cNvGrpSpPr/>
        <p:nvPr/>
      </p:nvGrpSpPr>
      <p:grpSpPr>
        <a:xfrm>
          <a:off x="0" y="0"/>
          <a:ext cx="0" cy="0"/>
          <a:chOff x="0" y="0"/>
          <a:chExt cx="0" cy="0"/>
        </a:xfrm>
      </p:grpSpPr>
      <p:sp>
        <p:nvSpPr>
          <p:cNvPr id="116" name="Google Shape;116;p15"/>
          <p:cNvSpPr/>
          <p:nvPr/>
        </p:nvSpPr>
        <p:spPr>
          <a:xfrm>
            <a:off x="171450" y="145800"/>
            <a:ext cx="8801100" cy="4851900"/>
          </a:xfrm>
          <a:prstGeom prst="rect">
            <a:avLst/>
          </a:prstGeom>
          <a:solidFill>
            <a:schemeClr val="accent2"/>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5"/>
          <p:cNvSpPr txBox="1"/>
          <p:nvPr>
            <p:ph type="title"/>
          </p:nvPr>
        </p:nvSpPr>
        <p:spPr>
          <a:xfrm>
            <a:off x="2352125" y="2350750"/>
            <a:ext cx="3555300" cy="1367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600"/>
              <a:buNone/>
              <a:defRPr sz="38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8" name="Google Shape;118;p15"/>
          <p:cNvSpPr txBox="1"/>
          <p:nvPr>
            <p:ph hasCustomPrompt="1" idx="2" type="title"/>
          </p:nvPr>
        </p:nvSpPr>
        <p:spPr>
          <a:xfrm>
            <a:off x="1152125" y="2350752"/>
            <a:ext cx="1200000" cy="841800"/>
          </a:xfrm>
          <a:prstGeom prst="rect">
            <a:avLst/>
          </a:prstGeom>
        </p:spPr>
        <p:txBody>
          <a:bodyPr anchorCtr="0" anchor="ctr" bIns="91425" lIns="91425" spcFirstLastPara="1" rIns="91425" wrap="square" tIns="91425">
            <a:noAutofit/>
          </a:bodyPr>
          <a:lstStyle>
            <a:lvl1pPr lvl="0" rtl="0" algn="l">
              <a:spcBef>
                <a:spcPts val="0"/>
              </a:spcBef>
              <a:spcAft>
                <a:spcPts val="0"/>
              </a:spcAft>
              <a:buClr>
                <a:schemeClr val="lt2"/>
              </a:buClr>
              <a:buSzPts val="6000"/>
              <a:buNone/>
              <a:defRPr sz="6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9" name="Google Shape;119;p15"/>
          <p:cNvSpPr txBox="1"/>
          <p:nvPr>
            <p:ph idx="1" type="subTitle"/>
          </p:nvPr>
        </p:nvSpPr>
        <p:spPr>
          <a:xfrm>
            <a:off x="2352125" y="3718300"/>
            <a:ext cx="3555300" cy="40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lt1"/>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_1">
    <p:spTree>
      <p:nvGrpSpPr>
        <p:cNvPr id="120" name="Shape 120"/>
        <p:cNvGrpSpPr/>
        <p:nvPr/>
      </p:nvGrpSpPr>
      <p:grpSpPr>
        <a:xfrm>
          <a:off x="0" y="0"/>
          <a:ext cx="0" cy="0"/>
          <a:chOff x="0" y="0"/>
          <a:chExt cx="0" cy="0"/>
        </a:xfrm>
      </p:grpSpPr>
      <p:sp>
        <p:nvSpPr>
          <p:cNvPr id="121" name="Google Shape;121;p16"/>
          <p:cNvSpPr/>
          <p:nvPr/>
        </p:nvSpPr>
        <p:spPr>
          <a:xfrm>
            <a:off x="171450" y="145800"/>
            <a:ext cx="8801100" cy="4851900"/>
          </a:xfrm>
          <a:prstGeom prst="rect">
            <a:avLst/>
          </a:prstGeom>
          <a:solidFill>
            <a:schemeClr val="accent2"/>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6"/>
          <p:cNvSpPr txBox="1"/>
          <p:nvPr>
            <p:ph type="title"/>
          </p:nvPr>
        </p:nvSpPr>
        <p:spPr>
          <a:xfrm>
            <a:off x="3854900" y="2450375"/>
            <a:ext cx="3733800" cy="14052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8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3" name="Google Shape;123;p16"/>
          <p:cNvSpPr txBox="1"/>
          <p:nvPr>
            <p:ph hasCustomPrompt="1" idx="2" type="title"/>
          </p:nvPr>
        </p:nvSpPr>
        <p:spPr>
          <a:xfrm>
            <a:off x="5121800" y="1643052"/>
            <a:ext cx="1200000" cy="841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2"/>
              </a:buClr>
              <a:buSzPts val="6000"/>
              <a:buNone/>
              <a:defRPr sz="6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24" name="Google Shape;124;p16"/>
          <p:cNvSpPr txBox="1"/>
          <p:nvPr>
            <p:ph idx="1" type="subTitle"/>
          </p:nvPr>
        </p:nvSpPr>
        <p:spPr>
          <a:xfrm>
            <a:off x="3854900" y="3855551"/>
            <a:ext cx="3733800" cy="40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solidFill>
                  <a:schemeClr val="lt1"/>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25" name="Shape 125"/>
        <p:cNvGrpSpPr/>
        <p:nvPr/>
      </p:nvGrpSpPr>
      <p:grpSpPr>
        <a:xfrm>
          <a:off x="0" y="0"/>
          <a:ext cx="0" cy="0"/>
          <a:chOff x="0" y="0"/>
          <a:chExt cx="0" cy="0"/>
        </a:xfrm>
      </p:grpSpPr>
      <p:sp>
        <p:nvSpPr>
          <p:cNvPr id="126" name="Google Shape;126;p17"/>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28" name="Google Shape;128;p17"/>
          <p:cNvGrpSpPr/>
          <p:nvPr/>
        </p:nvGrpSpPr>
        <p:grpSpPr>
          <a:xfrm rot="10800000">
            <a:off x="165700" y="4608500"/>
            <a:ext cx="7941000" cy="90900"/>
            <a:chOff x="1239825" y="571500"/>
            <a:chExt cx="7941000" cy="90900"/>
          </a:xfrm>
        </p:grpSpPr>
        <p:cxnSp>
          <p:nvCxnSpPr>
            <p:cNvPr id="129" name="Google Shape;129;p17"/>
            <p:cNvCxnSpPr/>
            <p:nvPr/>
          </p:nvCxnSpPr>
          <p:spPr>
            <a:xfrm>
              <a:off x="1239825" y="571500"/>
              <a:ext cx="7941000" cy="0"/>
            </a:xfrm>
            <a:prstGeom prst="straightConnector1">
              <a:avLst/>
            </a:prstGeom>
            <a:noFill/>
            <a:ln cap="flat" cmpd="sng" w="9525">
              <a:solidFill>
                <a:schemeClr val="dk1"/>
              </a:solidFill>
              <a:prstDash val="solid"/>
              <a:round/>
              <a:headEnd len="med" w="med" type="none"/>
              <a:tailEnd len="med" w="med" type="none"/>
            </a:ln>
          </p:spPr>
        </p:cxnSp>
        <p:sp>
          <p:nvSpPr>
            <p:cNvPr id="130" name="Google Shape;130;p17"/>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31" name="Shape 131"/>
        <p:cNvGrpSpPr/>
        <p:nvPr/>
      </p:nvGrpSpPr>
      <p:grpSpPr>
        <a:xfrm>
          <a:off x="0" y="0"/>
          <a:ext cx="0" cy="0"/>
          <a:chOff x="0" y="0"/>
          <a:chExt cx="0" cy="0"/>
        </a:xfrm>
      </p:grpSpPr>
      <p:sp>
        <p:nvSpPr>
          <p:cNvPr id="132" name="Google Shape;132;p18"/>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34" name="Google Shape;134;p18"/>
          <p:cNvGrpSpPr/>
          <p:nvPr/>
        </p:nvGrpSpPr>
        <p:grpSpPr>
          <a:xfrm flipH="1">
            <a:off x="8617225" y="1292300"/>
            <a:ext cx="90900" cy="3705900"/>
            <a:chOff x="7952125" y="1292300"/>
            <a:chExt cx="90900" cy="3705900"/>
          </a:xfrm>
        </p:grpSpPr>
        <p:sp>
          <p:nvSpPr>
            <p:cNvPr id="135" name="Google Shape;135;p18"/>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6" name="Google Shape;136;p18"/>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37" name="Shape 137"/>
        <p:cNvGrpSpPr/>
        <p:nvPr/>
      </p:nvGrpSpPr>
      <p:grpSpPr>
        <a:xfrm>
          <a:off x="0" y="0"/>
          <a:ext cx="0" cy="0"/>
          <a:chOff x="0" y="0"/>
          <a:chExt cx="0" cy="0"/>
        </a:xfrm>
      </p:grpSpPr>
      <p:sp>
        <p:nvSpPr>
          <p:cNvPr id="138" name="Google Shape;138;p19"/>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9"/>
          <p:cNvSpPr txBox="1"/>
          <p:nvPr>
            <p:ph idx="1" type="subTitle"/>
          </p:nvPr>
        </p:nvSpPr>
        <p:spPr>
          <a:xfrm>
            <a:off x="1068813" y="2004274"/>
            <a:ext cx="3615600" cy="167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40" name="Google Shape;140;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41" name="Google Shape;141;p19"/>
          <p:cNvGrpSpPr/>
          <p:nvPr/>
        </p:nvGrpSpPr>
        <p:grpSpPr>
          <a:xfrm rot="10800000">
            <a:off x="165548" y="4741850"/>
            <a:ext cx="6506400" cy="90900"/>
            <a:chOff x="1239825" y="571500"/>
            <a:chExt cx="6506400" cy="90900"/>
          </a:xfrm>
        </p:grpSpPr>
        <p:cxnSp>
          <p:nvCxnSpPr>
            <p:cNvPr id="142" name="Google Shape;142;p19"/>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143" name="Google Shape;143;p19"/>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 name="Google Shape;144;p19"/>
          <p:cNvGrpSpPr/>
          <p:nvPr/>
        </p:nvGrpSpPr>
        <p:grpSpPr>
          <a:xfrm flipH="1" rot="10800000">
            <a:off x="402371" y="298450"/>
            <a:ext cx="8394600" cy="90900"/>
            <a:chOff x="1239825" y="571500"/>
            <a:chExt cx="8394600" cy="90900"/>
          </a:xfrm>
        </p:grpSpPr>
        <p:cxnSp>
          <p:nvCxnSpPr>
            <p:cNvPr id="145" name="Google Shape;145;p19"/>
            <p:cNvCxnSpPr/>
            <p:nvPr/>
          </p:nvCxnSpPr>
          <p:spPr>
            <a:xfrm>
              <a:off x="1239825" y="571500"/>
              <a:ext cx="8394600" cy="0"/>
            </a:xfrm>
            <a:prstGeom prst="straightConnector1">
              <a:avLst/>
            </a:prstGeom>
            <a:noFill/>
            <a:ln cap="flat" cmpd="sng" w="9525">
              <a:solidFill>
                <a:schemeClr val="dk1"/>
              </a:solidFill>
              <a:prstDash val="solid"/>
              <a:round/>
              <a:headEnd len="med" w="med" type="none"/>
              <a:tailEnd len="med" w="med" type="none"/>
            </a:ln>
          </p:spPr>
        </p:cxnSp>
        <p:sp>
          <p:nvSpPr>
            <p:cNvPr id="146" name="Google Shape;146;p19"/>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 name="Google Shape;147;p19"/>
          <p:cNvSpPr/>
          <p:nvPr>
            <p:ph idx="2" type="pic"/>
          </p:nvPr>
        </p:nvSpPr>
        <p:spPr>
          <a:xfrm>
            <a:off x="4789588" y="1603025"/>
            <a:ext cx="3285600" cy="2476500"/>
          </a:xfrm>
          <a:prstGeom prst="rect">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48" name="Shape 148"/>
        <p:cNvGrpSpPr/>
        <p:nvPr/>
      </p:nvGrpSpPr>
      <p:grpSpPr>
        <a:xfrm>
          <a:off x="0" y="0"/>
          <a:ext cx="0" cy="0"/>
          <a:chOff x="0" y="0"/>
          <a:chExt cx="0" cy="0"/>
        </a:xfrm>
      </p:grpSpPr>
      <p:sp>
        <p:nvSpPr>
          <p:cNvPr id="149" name="Google Shape;149;p20"/>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0"/>
          <p:cNvSpPr txBox="1"/>
          <p:nvPr>
            <p:ph idx="1" type="subTitle"/>
          </p:nvPr>
        </p:nvSpPr>
        <p:spPr>
          <a:xfrm>
            <a:off x="4507381" y="3382988"/>
            <a:ext cx="3615600" cy="70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51" name="Google Shape;151;p20"/>
          <p:cNvSpPr txBox="1"/>
          <p:nvPr>
            <p:ph type="title"/>
          </p:nvPr>
        </p:nvSpPr>
        <p:spPr>
          <a:xfrm>
            <a:off x="4507456" y="1055513"/>
            <a:ext cx="3615600" cy="23274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2" name="Google Shape;152;p20"/>
          <p:cNvSpPr/>
          <p:nvPr>
            <p:ph idx="2" type="pic"/>
          </p:nvPr>
        </p:nvSpPr>
        <p:spPr>
          <a:xfrm>
            <a:off x="1020944" y="1333499"/>
            <a:ext cx="3285600" cy="2476500"/>
          </a:xfrm>
          <a:prstGeom prst="rect">
            <a:avLst/>
          </a:prstGeom>
          <a:noFill/>
          <a:ln>
            <a:noFill/>
          </a:ln>
        </p:spPr>
      </p:sp>
      <p:grpSp>
        <p:nvGrpSpPr>
          <p:cNvPr id="153" name="Google Shape;153;p20"/>
          <p:cNvGrpSpPr/>
          <p:nvPr/>
        </p:nvGrpSpPr>
        <p:grpSpPr>
          <a:xfrm>
            <a:off x="435875" y="97275"/>
            <a:ext cx="90900" cy="3705900"/>
            <a:chOff x="435875" y="97275"/>
            <a:chExt cx="90900" cy="3705900"/>
          </a:xfrm>
        </p:grpSpPr>
        <p:cxnSp>
          <p:nvCxnSpPr>
            <p:cNvPr id="154" name="Google Shape;154;p20"/>
            <p:cNvCxnSpPr/>
            <p:nvPr/>
          </p:nvCxnSpPr>
          <p:spPr>
            <a:xfrm rot="10800000">
              <a:off x="435875" y="97275"/>
              <a:ext cx="0" cy="3705900"/>
            </a:xfrm>
            <a:prstGeom prst="straightConnector1">
              <a:avLst/>
            </a:prstGeom>
            <a:noFill/>
            <a:ln cap="flat" cmpd="sng" w="9525">
              <a:solidFill>
                <a:schemeClr val="dk1"/>
              </a:solidFill>
              <a:prstDash val="solid"/>
              <a:round/>
              <a:headEnd len="med" w="med" type="none"/>
              <a:tailEnd len="med" w="med" type="none"/>
            </a:ln>
          </p:spPr>
        </p:cxnSp>
        <p:sp>
          <p:nvSpPr>
            <p:cNvPr id="155" name="Google Shape;155;p20"/>
            <p:cNvSpPr/>
            <p:nvPr/>
          </p:nvSpPr>
          <p:spPr>
            <a:xfrm rot="-5400000">
              <a:off x="228725" y="3505125"/>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156" name="Shape 156"/>
        <p:cNvGrpSpPr/>
        <p:nvPr/>
      </p:nvGrpSpPr>
      <p:grpSpPr>
        <a:xfrm>
          <a:off x="0" y="0"/>
          <a:ext cx="0" cy="0"/>
          <a:chOff x="0" y="0"/>
          <a:chExt cx="0" cy="0"/>
        </a:xfrm>
      </p:grpSpPr>
      <p:sp>
        <p:nvSpPr>
          <p:cNvPr id="157" name="Google Shape;157;p21"/>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1"/>
          <p:cNvSpPr txBox="1"/>
          <p:nvPr>
            <p:ph idx="1" type="subTitle"/>
          </p:nvPr>
        </p:nvSpPr>
        <p:spPr>
          <a:xfrm>
            <a:off x="2020350" y="4035800"/>
            <a:ext cx="51033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59" name="Google Shape;159;p21"/>
          <p:cNvSpPr txBox="1"/>
          <p:nvPr>
            <p:ph type="title"/>
          </p:nvPr>
        </p:nvSpPr>
        <p:spPr>
          <a:xfrm>
            <a:off x="2020350" y="445025"/>
            <a:ext cx="5103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60" name="Google Shape;160;p21"/>
          <p:cNvGrpSpPr/>
          <p:nvPr/>
        </p:nvGrpSpPr>
        <p:grpSpPr>
          <a:xfrm flipH="1" rot="10800000">
            <a:off x="2467871" y="4741850"/>
            <a:ext cx="6506400" cy="90900"/>
            <a:chOff x="1239825" y="571500"/>
            <a:chExt cx="6506400" cy="90900"/>
          </a:xfrm>
        </p:grpSpPr>
        <p:cxnSp>
          <p:nvCxnSpPr>
            <p:cNvPr id="161" name="Google Shape;161;p21"/>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162" name="Google Shape;162;p21"/>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 name="Google Shape;163;p21"/>
          <p:cNvGrpSpPr/>
          <p:nvPr/>
        </p:nvGrpSpPr>
        <p:grpSpPr>
          <a:xfrm rot="10800000">
            <a:off x="165548" y="298450"/>
            <a:ext cx="6506400" cy="90900"/>
            <a:chOff x="1239825" y="571500"/>
            <a:chExt cx="6506400" cy="90900"/>
          </a:xfrm>
        </p:grpSpPr>
        <p:cxnSp>
          <p:nvCxnSpPr>
            <p:cNvPr id="164" name="Google Shape;164;p21"/>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165" name="Google Shape;165;p21"/>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166" name="Shape 166"/>
        <p:cNvGrpSpPr/>
        <p:nvPr/>
      </p:nvGrpSpPr>
      <p:grpSpPr>
        <a:xfrm>
          <a:off x="0" y="0"/>
          <a:ext cx="0" cy="0"/>
          <a:chOff x="0" y="0"/>
          <a:chExt cx="0" cy="0"/>
        </a:xfrm>
      </p:grpSpPr>
      <p:sp>
        <p:nvSpPr>
          <p:cNvPr id="167" name="Google Shape;167;p22"/>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2"/>
          <p:cNvSpPr txBox="1"/>
          <p:nvPr>
            <p:ph idx="1" type="subTitle"/>
          </p:nvPr>
        </p:nvSpPr>
        <p:spPr>
          <a:xfrm>
            <a:off x="4300156" y="2571750"/>
            <a:ext cx="3544800" cy="73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69" name="Google Shape;169;p22"/>
          <p:cNvSpPr txBox="1"/>
          <p:nvPr>
            <p:ph type="title"/>
          </p:nvPr>
        </p:nvSpPr>
        <p:spPr>
          <a:xfrm>
            <a:off x="4300156" y="1836750"/>
            <a:ext cx="3544800" cy="7350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70" name="Google Shape;170;p22"/>
          <p:cNvGrpSpPr/>
          <p:nvPr/>
        </p:nvGrpSpPr>
        <p:grpSpPr>
          <a:xfrm rot="10800000">
            <a:off x="435875" y="97275"/>
            <a:ext cx="90900" cy="3705900"/>
            <a:chOff x="7952125" y="1292300"/>
            <a:chExt cx="90900" cy="3705900"/>
          </a:xfrm>
        </p:grpSpPr>
        <p:sp>
          <p:nvSpPr>
            <p:cNvPr id="171" name="Google Shape;171;p22"/>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2" name="Google Shape;172;p22"/>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nvGrpSpPr>
          <p:cNvPr id="173" name="Google Shape;173;p22"/>
          <p:cNvGrpSpPr/>
          <p:nvPr/>
        </p:nvGrpSpPr>
        <p:grpSpPr>
          <a:xfrm flipH="1">
            <a:off x="8617225" y="1292300"/>
            <a:ext cx="90900" cy="3705900"/>
            <a:chOff x="7952125" y="1292300"/>
            <a:chExt cx="90900" cy="3705900"/>
          </a:xfrm>
        </p:grpSpPr>
        <p:sp>
          <p:nvSpPr>
            <p:cNvPr id="174" name="Google Shape;174;p22"/>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5" name="Google Shape;175;p22"/>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_1_2">
    <p:spTree>
      <p:nvGrpSpPr>
        <p:cNvPr id="176" name="Shape 176"/>
        <p:cNvGrpSpPr/>
        <p:nvPr/>
      </p:nvGrpSpPr>
      <p:grpSpPr>
        <a:xfrm>
          <a:off x="0" y="0"/>
          <a:ext cx="0" cy="0"/>
          <a:chOff x="0" y="0"/>
          <a:chExt cx="0" cy="0"/>
        </a:xfrm>
      </p:grpSpPr>
      <p:sp>
        <p:nvSpPr>
          <p:cNvPr id="177" name="Google Shape;177;p23"/>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3"/>
          <p:cNvSpPr txBox="1"/>
          <p:nvPr>
            <p:ph idx="1" type="subTitle"/>
          </p:nvPr>
        </p:nvSpPr>
        <p:spPr>
          <a:xfrm>
            <a:off x="1614200" y="2589150"/>
            <a:ext cx="3432900" cy="67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79" name="Google Shape;179;p23"/>
          <p:cNvSpPr txBox="1"/>
          <p:nvPr>
            <p:ph type="title"/>
          </p:nvPr>
        </p:nvSpPr>
        <p:spPr>
          <a:xfrm>
            <a:off x="1614200" y="1878450"/>
            <a:ext cx="3432900" cy="710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0" name="Google Shape;180;p23"/>
          <p:cNvGrpSpPr/>
          <p:nvPr/>
        </p:nvGrpSpPr>
        <p:grpSpPr>
          <a:xfrm rot="10800000">
            <a:off x="165548" y="4741850"/>
            <a:ext cx="6506400" cy="90900"/>
            <a:chOff x="1239825" y="571500"/>
            <a:chExt cx="6506400" cy="90900"/>
          </a:xfrm>
        </p:grpSpPr>
        <p:cxnSp>
          <p:nvCxnSpPr>
            <p:cNvPr id="181" name="Google Shape;181;p23"/>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182" name="Google Shape;182;p23"/>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 name="Google Shape;183;p23"/>
          <p:cNvGrpSpPr/>
          <p:nvPr/>
        </p:nvGrpSpPr>
        <p:grpSpPr>
          <a:xfrm flipH="1" rot="10800000">
            <a:off x="2467871" y="298450"/>
            <a:ext cx="6506400" cy="90900"/>
            <a:chOff x="1239825" y="571500"/>
            <a:chExt cx="6506400" cy="90900"/>
          </a:xfrm>
        </p:grpSpPr>
        <p:cxnSp>
          <p:nvCxnSpPr>
            <p:cNvPr id="184" name="Google Shape;184;p23"/>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185" name="Google Shape;185;p23"/>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ONE_COLUMN_TEXT_1">
    <p:spTree>
      <p:nvGrpSpPr>
        <p:cNvPr id="186" name="Shape 186"/>
        <p:cNvGrpSpPr/>
        <p:nvPr/>
      </p:nvGrpSpPr>
      <p:grpSpPr>
        <a:xfrm>
          <a:off x="0" y="0"/>
          <a:ext cx="0" cy="0"/>
          <a:chOff x="0" y="0"/>
          <a:chExt cx="0" cy="0"/>
        </a:xfrm>
      </p:grpSpPr>
      <p:sp>
        <p:nvSpPr>
          <p:cNvPr id="187" name="Google Shape;187;p24"/>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9" name="Google Shape;189;p24"/>
          <p:cNvSpPr txBox="1"/>
          <p:nvPr>
            <p:ph idx="1" type="body"/>
          </p:nvPr>
        </p:nvSpPr>
        <p:spPr>
          <a:xfrm>
            <a:off x="720000" y="1152475"/>
            <a:ext cx="7704000" cy="11526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a:lvl1pPr>
            <a:lvl2pPr indent="-304800" lvl="1" marL="914400" rtl="0">
              <a:lnSpc>
                <a:spcPct val="115000"/>
              </a:lnSpc>
              <a:spcBef>
                <a:spcPts val="0"/>
              </a:spcBef>
              <a:spcAft>
                <a:spcPts val="0"/>
              </a:spcAft>
              <a:buSzPts val="1200"/>
              <a:buChar char="○"/>
              <a:defRPr/>
            </a:lvl2pPr>
            <a:lvl3pPr indent="-304800" lvl="2" marL="1371600" rtl="0">
              <a:lnSpc>
                <a:spcPct val="115000"/>
              </a:lnSpc>
              <a:spcBef>
                <a:spcPts val="0"/>
              </a:spcBef>
              <a:spcAft>
                <a:spcPts val="0"/>
              </a:spcAft>
              <a:buSzPts val="1200"/>
              <a:buChar char="■"/>
              <a:defRPr/>
            </a:lvl3pPr>
            <a:lvl4pPr indent="-304800" lvl="3" marL="1828800" rtl="0">
              <a:lnSpc>
                <a:spcPct val="115000"/>
              </a:lnSpc>
              <a:spcBef>
                <a:spcPts val="0"/>
              </a:spcBef>
              <a:spcAft>
                <a:spcPts val="0"/>
              </a:spcAft>
              <a:buSzPts val="1200"/>
              <a:buChar char="●"/>
              <a:defRPr/>
            </a:lvl4pPr>
            <a:lvl5pPr indent="-304800" lvl="4" marL="2286000" rtl="0">
              <a:lnSpc>
                <a:spcPct val="115000"/>
              </a:lnSpc>
              <a:spcBef>
                <a:spcPts val="0"/>
              </a:spcBef>
              <a:spcAft>
                <a:spcPts val="0"/>
              </a:spcAft>
              <a:buSzPts val="1200"/>
              <a:buChar char="○"/>
              <a:defRPr/>
            </a:lvl5pPr>
            <a:lvl6pPr indent="-304800" lvl="5" marL="2743200" rtl="0">
              <a:lnSpc>
                <a:spcPct val="115000"/>
              </a:lnSpc>
              <a:spcBef>
                <a:spcPts val="0"/>
              </a:spcBef>
              <a:spcAft>
                <a:spcPts val="0"/>
              </a:spcAft>
              <a:buSzPts val="1200"/>
              <a:buChar char="■"/>
              <a:defRPr/>
            </a:lvl6pPr>
            <a:lvl7pPr indent="-304800" lvl="6" marL="3200400" rtl="0">
              <a:lnSpc>
                <a:spcPct val="115000"/>
              </a:lnSpc>
              <a:spcBef>
                <a:spcPts val="0"/>
              </a:spcBef>
              <a:spcAft>
                <a:spcPts val="0"/>
              </a:spcAft>
              <a:buSzPts val="1200"/>
              <a:buChar char="●"/>
              <a:defRPr/>
            </a:lvl7pPr>
            <a:lvl8pPr indent="-304800" lvl="7" marL="3657600" rtl="0">
              <a:lnSpc>
                <a:spcPct val="115000"/>
              </a:lnSpc>
              <a:spcBef>
                <a:spcPts val="0"/>
              </a:spcBef>
              <a:spcAft>
                <a:spcPts val="0"/>
              </a:spcAft>
              <a:buSzPts val="1200"/>
              <a:buChar char="○"/>
              <a:defRPr/>
            </a:lvl8pPr>
            <a:lvl9pPr indent="-304800" lvl="8" marL="4114800" rtl="0">
              <a:lnSpc>
                <a:spcPct val="115000"/>
              </a:lnSpc>
              <a:spcBef>
                <a:spcPts val="0"/>
              </a:spcBef>
              <a:spcAft>
                <a:spcPts val="0"/>
              </a:spcAft>
              <a:buSzPts val="1200"/>
              <a:buChar char="■"/>
              <a:defRPr/>
            </a:lvl9pPr>
          </a:lstStyle>
          <a:p/>
        </p:txBody>
      </p:sp>
      <p:grpSp>
        <p:nvGrpSpPr>
          <p:cNvPr id="190" name="Google Shape;190;p24"/>
          <p:cNvGrpSpPr/>
          <p:nvPr/>
        </p:nvGrpSpPr>
        <p:grpSpPr>
          <a:xfrm rot="10800000">
            <a:off x="165548" y="4741850"/>
            <a:ext cx="6506400" cy="90900"/>
            <a:chOff x="1239825" y="571500"/>
            <a:chExt cx="6506400" cy="90900"/>
          </a:xfrm>
        </p:grpSpPr>
        <p:cxnSp>
          <p:nvCxnSpPr>
            <p:cNvPr id="191" name="Google Shape;191;p24"/>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192" name="Google Shape;192;p24"/>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 name="Google Shape;193;p24"/>
          <p:cNvGrpSpPr/>
          <p:nvPr/>
        </p:nvGrpSpPr>
        <p:grpSpPr>
          <a:xfrm flipH="1" rot="10800000">
            <a:off x="328121" y="298450"/>
            <a:ext cx="8462100" cy="90900"/>
            <a:chOff x="1239825" y="571500"/>
            <a:chExt cx="8462100" cy="90900"/>
          </a:xfrm>
        </p:grpSpPr>
        <p:cxnSp>
          <p:nvCxnSpPr>
            <p:cNvPr id="194" name="Google Shape;194;p24"/>
            <p:cNvCxnSpPr/>
            <p:nvPr/>
          </p:nvCxnSpPr>
          <p:spPr>
            <a:xfrm>
              <a:off x="1239825" y="571500"/>
              <a:ext cx="8462100" cy="0"/>
            </a:xfrm>
            <a:prstGeom prst="straightConnector1">
              <a:avLst/>
            </a:prstGeom>
            <a:noFill/>
            <a:ln cap="flat" cmpd="sng" w="9525">
              <a:solidFill>
                <a:schemeClr val="dk1"/>
              </a:solidFill>
              <a:prstDash val="solid"/>
              <a:round/>
              <a:headEnd len="med" w="med" type="none"/>
              <a:tailEnd len="med" w="med" type="none"/>
            </a:ln>
          </p:spPr>
        </p:cxnSp>
        <p:sp>
          <p:nvSpPr>
            <p:cNvPr id="195" name="Google Shape;195;p24"/>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96" name="Shape 196"/>
        <p:cNvGrpSpPr/>
        <p:nvPr/>
      </p:nvGrpSpPr>
      <p:grpSpPr>
        <a:xfrm>
          <a:off x="0" y="0"/>
          <a:ext cx="0" cy="0"/>
          <a:chOff x="0" y="0"/>
          <a:chExt cx="0" cy="0"/>
        </a:xfrm>
      </p:grpSpPr>
      <p:sp>
        <p:nvSpPr>
          <p:cNvPr id="197" name="Google Shape;197;p25"/>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5"/>
          <p:cNvSpPr txBox="1"/>
          <p:nvPr>
            <p:ph idx="1" type="subTitle"/>
          </p:nvPr>
        </p:nvSpPr>
        <p:spPr>
          <a:xfrm>
            <a:off x="948188" y="2303125"/>
            <a:ext cx="3211200" cy="4761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199" name="Google Shape;199;p25"/>
          <p:cNvSpPr txBox="1"/>
          <p:nvPr>
            <p:ph idx="2" type="subTitle"/>
          </p:nvPr>
        </p:nvSpPr>
        <p:spPr>
          <a:xfrm>
            <a:off x="4984609" y="2303125"/>
            <a:ext cx="3211200" cy="476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00" name="Google Shape;200;p25"/>
          <p:cNvSpPr txBox="1"/>
          <p:nvPr>
            <p:ph idx="3" type="subTitle"/>
          </p:nvPr>
        </p:nvSpPr>
        <p:spPr>
          <a:xfrm>
            <a:off x="948188" y="2779225"/>
            <a:ext cx="3211200" cy="713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1" name="Google Shape;201;p25"/>
          <p:cNvSpPr txBox="1"/>
          <p:nvPr>
            <p:ph idx="4" type="subTitle"/>
          </p:nvPr>
        </p:nvSpPr>
        <p:spPr>
          <a:xfrm>
            <a:off x="4984609" y="2779225"/>
            <a:ext cx="32112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2" name="Google Shape;202;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03" name="Google Shape;203;p25"/>
          <p:cNvGrpSpPr/>
          <p:nvPr/>
        </p:nvGrpSpPr>
        <p:grpSpPr>
          <a:xfrm rot="10800000">
            <a:off x="165548" y="4741850"/>
            <a:ext cx="6506400" cy="90900"/>
            <a:chOff x="1239825" y="571500"/>
            <a:chExt cx="6506400" cy="90900"/>
          </a:xfrm>
        </p:grpSpPr>
        <p:cxnSp>
          <p:nvCxnSpPr>
            <p:cNvPr id="204" name="Google Shape;204;p25"/>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205" name="Google Shape;205;p25"/>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 name="Google Shape;206;p25"/>
          <p:cNvGrpSpPr/>
          <p:nvPr/>
        </p:nvGrpSpPr>
        <p:grpSpPr>
          <a:xfrm flipH="1" rot="10800000">
            <a:off x="456371" y="298450"/>
            <a:ext cx="8307000" cy="90900"/>
            <a:chOff x="1239825" y="571500"/>
            <a:chExt cx="8307000" cy="90900"/>
          </a:xfrm>
        </p:grpSpPr>
        <p:cxnSp>
          <p:nvCxnSpPr>
            <p:cNvPr id="207" name="Google Shape;207;p25"/>
            <p:cNvCxnSpPr/>
            <p:nvPr/>
          </p:nvCxnSpPr>
          <p:spPr>
            <a:xfrm>
              <a:off x="1239825" y="571500"/>
              <a:ext cx="8307000" cy="0"/>
            </a:xfrm>
            <a:prstGeom prst="straightConnector1">
              <a:avLst/>
            </a:prstGeom>
            <a:noFill/>
            <a:ln cap="flat" cmpd="sng" w="9525">
              <a:solidFill>
                <a:schemeClr val="dk1"/>
              </a:solidFill>
              <a:prstDash val="solid"/>
              <a:round/>
              <a:headEnd len="med" w="med" type="none"/>
              <a:tailEnd len="med" w="med" type="none"/>
            </a:ln>
          </p:spPr>
        </p:cxnSp>
        <p:sp>
          <p:nvSpPr>
            <p:cNvPr id="208" name="Google Shape;208;p25"/>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209" name="Shape 209"/>
        <p:cNvGrpSpPr/>
        <p:nvPr/>
      </p:nvGrpSpPr>
      <p:grpSpPr>
        <a:xfrm>
          <a:off x="0" y="0"/>
          <a:ext cx="0" cy="0"/>
          <a:chOff x="0" y="0"/>
          <a:chExt cx="0" cy="0"/>
        </a:xfrm>
      </p:grpSpPr>
      <p:sp>
        <p:nvSpPr>
          <p:cNvPr id="210" name="Google Shape;210;p26"/>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6"/>
          <p:cNvSpPr txBox="1"/>
          <p:nvPr>
            <p:ph idx="1" type="subTitle"/>
          </p:nvPr>
        </p:nvSpPr>
        <p:spPr>
          <a:xfrm>
            <a:off x="4572000" y="1598050"/>
            <a:ext cx="2505600" cy="494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12" name="Google Shape;212;p26"/>
          <p:cNvSpPr txBox="1"/>
          <p:nvPr>
            <p:ph idx="2" type="subTitle"/>
          </p:nvPr>
        </p:nvSpPr>
        <p:spPr>
          <a:xfrm>
            <a:off x="2066400" y="2938825"/>
            <a:ext cx="2505600" cy="4941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13" name="Google Shape;213;p26"/>
          <p:cNvSpPr txBox="1"/>
          <p:nvPr>
            <p:ph idx="3" type="subTitle"/>
          </p:nvPr>
        </p:nvSpPr>
        <p:spPr>
          <a:xfrm>
            <a:off x="4572000" y="2092150"/>
            <a:ext cx="25056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4" name="Google Shape;214;p26"/>
          <p:cNvSpPr txBox="1"/>
          <p:nvPr>
            <p:ph idx="4" type="subTitle"/>
          </p:nvPr>
        </p:nvSpPr>
        <p:spPr>
          <a:xfrm>
            <a:off x="2066400" y="3432925"/>
            <a:ext cx="25056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5" name="Google Shape;215;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16" name="Google Shape;216;p26"/>
          <p:cNvGrpSpPr/>
          <p:nvPr/>
        </p:nvGrpSpPr>
        <p:grpSpPr>
          <a:xfrm rot="10800000">
            <a:off x="165548" y="4741850"/>
            <a:ext cx="6506400" cy="90900"/>
            <a:chOff x="1239825" y="571500"/>
            <a:chExt cx="6506400" cy="90900"/>
          </a:xfrm>
        </p:grpSpPr>
        <p:cxnSp>
          <p:nvCxnSpPr>
            <p:cNvPr id="217" name="Google Shape;217;p26"/>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218" name="Google Shape;218;p26"/>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 name="Google Shape;219;p26"/>
          <p:cNvGrpSpPr/>
          <p:nvPr/>
        </p:nvGrpSpPr>
        <p:grpSpPr>
          <a:xfrm flipH="1" rot="10800000">
            <a:off x="2467871" y="298450"/>
            <a:ext cx="6506400" cy="90900"/>
            <a:chOff x="1239825" y="571500"/>
            <a:chExt cx="6506400" cy="90900"/>
          </a:xfrm>
        </p:grpSpPr>
        <p:cxnSp>
          <p:nvCxnSpPr>
            <p:cNvPr id="220" name="Google Shape;220;p26"/>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221" name="Google Shape;221;p26"/>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22" name="Shape 222"/>
        <p:cNvGrpSpPr/>
        <p:nvPr/>
      </p:nvGrpSpPr>
      <p:grpSpPr>
        <a:xfrm>
          <a:off x="0" y="0"/>
          <a:ext cx="0" cy="0"/>
          <a:chOff x="0" y="0"/>
          <a:chExt cx="0" cy="0"/>
        </a:xfrm>
      </p:grpSpPr>
      <p:sp>
        <p:nvSpPr>
          <p:cNvPr id="223" name="Google Shape;223;p27"/>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7"/>
          <p:cNvSpPr txBox="1"/>
          <p:nvPr>
            <p:ph idx="1" type="subTitle"/>
          </p:nvPr>
        </p:nvSpPr>
        <p:spPr>
          <a:xfrm>
            <a:off x="720000" y="2515000"/>
            <a:ext cx="2336400" cy="4848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25" name="Google Shape;225;p27"/>
          <p:cNvSpPr txBox="1"/>
          <p:nvPr>
            <p:ph idx="2" type="subTitle"/>
          </p:nvPr>
        </p:nvSpPr>
        <p:spPr>
          <a:xfrm>
            <a:off x="720000" y="2999805"/>
            <a:ext cx="2336400" cy="679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26" name="Google Shape;226;p27"/>
          <p:cNvSpPr txBox="1"/>
          <p:nvPr>
            <p:ph idx="3" type="subTitle"/>
          </p:nvPr>
        </p:nvSpPr>
        <p:spPr>
          <a:xfrm>
            <a:off x="3403800" y="2320305"/>
            <a:ext cx="2336400" cy="67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27" name="Google Shape;227;p27"/>
          <p:cNvSpPr txBox="1"/>
          <p:nvPr>
            <p:ph idx="4" type="subTitle"/>
          </p:nvPr>
        </p:nvSpPr>
        <p:spPr>
          <a:xfrm>
            <a:off x="6087600" y="2999805"/>
            <a:ext cx="2336400" cy="67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28" name="Google Shape;228;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9" name="Google Shape;229;p27"/>
          <p:cNvSpPr txBox="1"/>
          <p:nvPr>
            <p:ph idx="5" type="subTitle"/>
          </p:nvPr>
        </p:nvSpPr>
        <p:spPr>
          <a:xfrm>
            <a:off x="3403800" y="1835500"/>
            <a:ext cx="23364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30" name="Google Shape;230;p27"/>
          <p:cNvSpPr txBox="1"/>
          <p:nvPr>
            <p:ph idx="6" type="subTitle"/>
          </p:nvPr>
        </p:nvSpPr>
        <p:spPr>
          <a:xfrm>
            <a:off x="6087600" y="2515000"/>
            <a:ext cx="23364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grpSp>
        <p:nvGrpSpPr>
          <p:cNvPr id="231" name="Google Shape;231;p27"/>
          <p:cNvGrpSpPr/>
          <p:nvPr/>
        </p:nvGrpSpPr>
        <p:grpSpPr>
          <a:xfrm>
            <a:off x="435875" y="97275"/>
            <a:ext cx="8272250" cy="4900925"/>
            <a:chOff x="435875" y="97275"/>
            <a:chExt cx="8272250" cy="4900925"/>
          </a:xfrm>
        </p:grpSpPr>
        <p:grpSp>
          <p:nvGrpSpPr>
            <p:cNvPr id="232" name="Google Shape;232;p27"/>
            <p:cNvGrpSpPr/>
            <p:nvPr/>
          </p:nvGrpSpPr>
          <p:grpSpPr>
            <a:xfrm flipH="1">
              <a:off x="435875" y="1292300"/>
              <a:ext cx="90900" cy="3705900"/>
              <a:chOff x="7952125" y="1292300"/>
              <a:chExt cx="90900" cy="3705900"/>
            </a:xfrm>
          </p:grpSpPr>
          <p:sp>
            <p:nvSpPr>
              <p:cNvPr id="233" name="Google Shape;233;p27"/>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4" name="Google Shape;234;p27"/>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nvGrpSpPr>
            <p:cNvPr id="235" name="Google Shape;235;p27"/>
            <p:cNvGrpSpPr/>
            <p:nvPr/>
          </p:nvGrpSpPr>
          <p:grpSpPr>
            <a:xfrm rot="10800000">
              <a:off x="8617225" y="97275"/>
              <a:ext cx="90900" cy="3705900"/>
              <a:chOff x="7952125" y="1292300"/>
              <a:chExt cx="90900" cy="3705900"/>
            </a:xfrm>
          </p:grpSpPr>
          <p:sp>
            <p:nvSpPr>
              <p:cNvPr id="236" name="Google Shape;236;p27"/>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7" name="Google Shape;237;p27"/>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238" name="Shape 238"/>
        <p:cNvGrpSpPr/>
        <p:nvPr/>
      </p:nvGrpSpPr>
      <p:grpSpPr>
        <a:xfrm>
          <a:off x="0" y="0"/>
          <a:ext cx="0" cy="0"/>
          <a:chOff x="0" y="0"/>
          <a:chExt cx="0" cy="0"/>
        </a:xfrm>
      </p:grpSpPr>
      <p:sp>
        <p:nvSpPr>
          <p:cNvPr id="239" name="Google Shape;239;p28"/>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1" name="Google Shape;241;p28"/>
          <p:cNvSpPr txBox="1"/>
          <p:nvPr>
            <p:ph idx="1" type="subTitle"/>
          </p:nvPr>
        </p:nvSpPr>
        <p:spPr>
          <a:xfrm>
            <a:off x="3037207" y="1417350"/>
            <a:ext cx="30696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42" name="Google Shape;242;p28"/>
          <p:cNvSpPr txBox="1"/>
          <p:nvPr>
            <p:ph idx="2" type="subTitle"/>
          </p:nvPr>
        </p:nvSpPr>
        <p:spPr>
          <a:xfrm>
            <a:off x="3037207" y="1902150"/>
            <a:ext cx="3069600" cy="72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3" name="Google Shape;243;p28"/>
          <p:cNvSpPr txBox="1"/>
          <p:nvPr>
            <p:ph idx="3" type="subTitle"/>
          </p:nvPr>
        </p:nvSpPr>
        <p:spPr>
          <a:xfrm>
            <a:off x="1176669" y="3296076"/>
            <a:ext cx="3069600" cy="72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4" name="Google Shape;244;p28"/>
          <p:cNvSpPr txBox="1"/>
          <p:nvPr>
            <p:ph idx="4" type="subTitle"/>
          </p:nvPr>
        </p:nvSpPr>
        <p:spPr>
          <a:xfrm>
            <a:off x="4897741" y="3296075"/>
            <a:ext cx="3069600" cy="72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5" name="Google Shape;245;p28"/>
          <p:cNvSpPr txBox="1"/>
          <p:nvPr>
            <p:ph idx="5" type="subTitle"/>
          </p:nvPr>
        </p:nvSpPr>
        <p:spPr>
          <a:xfrm>
            <a:off x="1176659" y="2811275"/>
            <a:ext cx="30696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46" name="Google Shape;246;p28"/>
          <p:cNvSpPr txBox="1"/>
          <p:nvPr>
            <p:ph idx="6" type="subTitle"/>
          </p:nvPr>
        </p:nvSpPr>
        <p:spPr>
          <a:xfrm>
            <a:off x="4897731" y="2811275"/>
            <a:ext cx="30696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grpSp>
        <p:nvGrpSpPr>
          <p:cNvPr id="247" name="Google Shape;247;p28"/>
          <p:cNvGrpSpPr/>
          <p:nvPr/>
        </p:nvGrpSpPr>
        <p:grpSpPr>
          <a:xfrm>
            <a:off x="165700" y="1308400"/>
            <a:ext cx="8349200" cy="3705900"/>
            <a:chOff x="165700" y="1308400"/>
            <a:chExt cx="8349200" cy="3705900"/>
          </a:xfrm>
        </p:grpSpPr>
        <p:grpSp>
          <p:nvGrpSpPr>
            <p:cNvPr id="248" name="Google Shape;248;p28"/>
            <p:cNvGrpSpPr/>
            <p:nvPr/>
          </p:nvGrpSpPr>
          <p:grpSpPr>
            <a:xfrm rot="10800000">
              <a:off x="165700" y="4608500"/>
              <a:ext cx="7941000" cy="90900"/>
              <a:chOff x="1239825" y="571500"/>
              <a:chExt cx="7941000" cy="90900"/>
            </a:xfrm>
          </p:grpSpPr>
          <p:cxnSp>
            <p:nvCxnSpPr>
              <p:cNvPr id="249" name="Google Shape;249;p28"/>
              <p:cNvCxnSpPr/>
              <p:nvPr/>
            </p:nvCxnSpPr>
            <p:spPr>
              <a:xfrm>
                <a:off x="1239825" y="571500"/>
                <a:ext cx="7941000" cy="0"/>
              </a:xfrm>
              <a:prstGeom prst="straightConnector1">
                <a:avLst/>
              </a:prstGeom>
              <a:noFill/>
              <a:ln cap="flat" cmpd="sng" w="9525">
                <a:solidFill>
                  <a:schemeClr val="dk1"/>
                </a:solidFill>
                <a:prstDash val="solid"/>
                <a:round/>
                <a:headEnd len="med" w="med" type="none"/>
                <a:tailEnd len="med" w="med" type="none"/>
              </a:ln>
            </p:spPr>
          </p:cxnSp>
          <p:sp>
            <p:nvSpPr>
              <p:cNvPr id="250" name="Google Shape;250;p28"/>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 name="Google Shape;251;p28"/>
            <p:cNvGrpSpPr/>
            <p:nvPr/>
          </p:nvGrpSpPr>
          <p:grpSpPr>
            <a:xfrm flipH="1">
              <a:off x="8424000" y="1308400"/>
              <a:ext cx="90900" cy="3705900"/>
              <a:chOff x="7952125" y="1292300"/>
              <a:chExt cx="90900" cy="3705900"/>
            </a:xfrm>
          </p:grpSpPr>
          <p:sp>
            <p:nvSpPr>
              <p:cNvPr id="252" name="Google Shape;252;p28"/>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3" name="Google Shape;253;p28"/>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54" name="Shape 254"/>
        <p:cNvGrpSpPr/>
        <p:nvPr/>
      </p:nvGrpSpPr>
      <p:grpSpPr>
        <a:xfrm>
          <a:off x="0" y="0"/>
          <a:ext cx="0" cy="0"/>
          <a:chOff x="0" y="0"/>
          <a:chExt cx="0" cy="0"/>
        </a:xfrm>
      </p:grpSpPr>
      <p:sp>
        <p:nvSpPr>
          <p:cNvPr id="255" name="Google Shape;255;p29"/>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9"/>
          <p:cNvSpPr txBox="1"/>
          <p:nvPr>
            <p:ph idx="1" type="subTitle"/>
          </p:nvPr>
        </p:nvSpPr>
        <p:spPr>
          <a:xfrm>
            <a:off x="2347929" y="1532925"/>
            <a:ext cx="1888800" cy="4848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57" name="Google Shape;257;p29"/>
          <p:cNvSpPr txBox="1"/>
          <p:nvPr>
            <p:ph idx="2" type="subTitle"/>
          </p:nvPr>
        </p:nvSpPr>
        <p:spPr>
          <a:xfrm>
            <a:off x="2347912" y="2017725"/>
            <a:ext cx="1888800" cy="5727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8" name="Google Shape;258;p29"/>
          <p:cNvSpPr txBox="1"/>
          <p:nvPr>
            <p:ph idx="3" type="subTitle"/>
          </p:nvPr>
        </p:nvSpPr>
        <p:spPr>
          <a:xfrm>
            <a:off x="4907276" y="2017725"/>
            <a:ext cx="1888800" cy="572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9" name="Google Shape;259;p29"/>
          <p:cNvSpPr txBox="1"/>
          <p:nvPr>
            <p:ph idx="4" type="subTitle"/>
          </p:nvPr>
        </p:nvSpPr>
        <p:spPr>
          <a:xfrm>
            <a:off x="2347921" y="3407650"/>
            <a:ext cx="1888800" cy="5727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0" name="Google Shape;260;p29"/>
          <p:cNvSpPr txBox="1"/>
          <p:nvPr>
            <p:ph idx="5" type="subTitle"/>
          </p:nvPr>
        </p:nvSpPr>
        <p:spPr>
          <a:xfrm>
            <a:off x="4907284" y="3407650"/>
            <a:ext cx="1888800" cy="572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1" name="Google Shape;261;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2" name="Google Shape;262;p29"/>
          <p:cNvSpPr txBox="1"/>
          <p:nvPr>
            <p:ph idx="6" type="subTitle"/>
          </p:nvPr>
        </p:nvSpPr>
        <p:spPr>
          <a:xfrm>
            <a:off x="2347929" y="2922850"/>
            <a:ext cx="1888800" cy="4848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63" name="Google Shape;263;p29"/>
          <p:cNvSpPr txBox="1"/>
          <p:nvPr>
            <p:ph idx="7" type="subTitle"/>
          </p:nvPr>
        </p:nvSpPr>
        <p:spPr>
          <a:xfrm>
            <a:off x="4907291" y="1532925"/>
            <a:ext cx="18888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64" name="Google Shape;264;p29"/>
          <p:cNvSpPr txBox="1"/>
          <p:nvPr>
            <p:ph idx="8" type="subTitle"/>
          </p:nvPr>
        </p:nvSpPr>
        <p:spPr>
          <a:xfrm>
            <a:off x="4907291" y="2922850"/>
            <a:ext cx="18888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grpSp>
        <p:nvGrpSpPr>
          <p:cNvPr id="265" name="Google Shape;265;p29"/>
          <p:cNvGrpSpPr/>
          <p:nvPr/>
        </p:nvGrpSpPr>
        <p:grpSpPr>
          <a:xfrm>
            <a:off x="629100" y="1292300"/>
            <a:ext cx="8343450" cy="3705900"/>
            <a:chOff x="629100" y="1292300"/>
            <a:chExt cx="8343450" cy="3705900"/>
          </a:xfrm>
        </p:grpSpPr>
        <p:grpSp>
          <p:nvGrpSpPr>
            <p:cNvPr id="266" name="Google Shape;266;p29"/>
            <p:cNvGrpSpPr/>
            <p:nvPr/>
          </p:nvGrpSpPr>
          <p:grpSpPr>
            <a:xfrm flipH="1" rot="10800000">
              <a:off x="1031550" y="4608500"/>
              <a:ext cx="7941000" cy="90900"/>
              <a:chOff x="1239825" y="571500"/>
              <a:chExt cx="7941000" cy="90900"/>
            </a:xfrm>
          </p:grpSpPr>
          <p:cxnSp>
            <p:nvCxnSpPr>
              <p:cNvPr id="267" name="Google Shape;267;p29"/>
              <p:cNvCxnSpPr/>
              <p:nvPr/>
            </p:nvCxnSpPr>
            <p:spPr>
              <a:xfrm>
                <a:off x="1239825" y="571500"/>
                <a:ext cx="7941000" cy="0"/>
              </a:xfrm>
              <a:prstGeom prst="straightConnector1">
                <a:avLst/>
              </a:prstGeom>
              <a:noFill/>
              <a:ln cap="flat" cmpd="sng" w="9525">
                <a:solidFill>
                  <a:schemeClr val="dk1"/>
                </a:solidFill>
                <a:prstDash val="solid"/>
                <a:round/>
                <a:headEnd len="med" w="med" type="none"/>
                <a:tailEnd len="med" w="med" type="none"/>
              </a:ln>
            </p:spPr>
          </p:cxnSp>
          <p:sp>
            <p:nvSpPr>
              <p:cNvPr id="268" name="Google Shape;268;p29"/>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 name="Google Shape;269;p29"/>
            <p:cNvGrpSpPr/>
            <p:nvPr/>
          </p:nvGrpSpPr>
          <p:grpSpPr>
            <a:xfrm flipH="1">
              <a:off x="629100" y="1292300"/>
              <a:ext cx="90900" cy="3705900"/>
              <a:chOff x="7952125" y="1292300"/>
              <a:chExt cx="90900" cy="3705900"/>
            </a:xfrm>
          </p:grpSpPr>
          <p:sp>
            <p:nvSpPr>
              <p:cNvPr id="270" name="Google Shape;270;p29"/>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1" name="Google Shape;271;p29"/>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2">
    <p:spTree>
      <p:nvGrpSpPr>
        <p:cNvPr id="272" name="Shape 272"/>
        <p:cNvGrpSpPr/>
        <p:nvPr/>
      </p:nvGrpSpPr>
      <p:grpSpPr>
        <a:xfrm>
          <a:off x="0" y="0"/>
          <a:ext cx="0" cy="0"/>
          <a:chOff x="0" y="0"/>
          <a:chExt cx="0" cy="0"/>
        </a:xfrm>
      </p:grpSpPr>
      <p:sp>
        <p:nvSpPr>
          <p:cNvPr id="273" name="Google Shape;273;p30"/>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5" name="Google Shape;275;p30"/>
          <p:cNvSpPr txBox="1"/>
          <p:nvPr>
            <p:ph idx="1" type="subTitle"/>
          </p:nvPr>
        </p:nvSpPr>
        <p:spPr>
          <a:xfrm>
            <a:off x="934269" y="2229323"/>
            <a:ext cx="22065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6" name="Google Shape;276;p30"/>
          <p:cNvSpPr txBox="1"/>
          <p:nvPr>
            <p:ph idx="2" type="subTitle"/>
          </p:nvPr>
        </p:nvSpPr>
        <p:spPr>
          <a:xfrm>
            <a:off x="3468750" y="2229323"/>
            <a:ext cx="22065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7" name="Google Shape;277;p30"/>
          <p:cNvSpPr txBox="1"/>
          <p:nvPr>
            <p:ph idx="3" type="subTitle"/>
          </p:nvPr>
        </p:nvSpPr>
        <p:spPr>
          <a:xfrm>
            <a:off x="6003231" y="2229323"/>
            <a:ext cx="22065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8" name="Google Shape;278;p30"/>
          <p:cNvSpPr txBox="1"/>
          <p:nvPr>
            <p:ph idx="4" type="subTitle"/>
          </p:nvPr>
        </p:nvSpPr>
        <p:spPr>
          <a:xfrm>
            <a:off x="2203823" y="3346000"/>
            <a:ext cx="22065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9" name="Google Shape;279;p30"/>
          <p:cNvSpPr txBox="1"/>
          <p:nvPr>
            <p:ph idx="5" type="subTitle"/>
          </p:nvPr>
        </p:nvSpPr>
        <p:spPr>
          <a:xfrm>
            <a:off x="4738304" y="3346000"/>
            <a:ext cx="22065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0" name="Google Shape;280;p30"/>
          <p:cNvSpPr txBox="1"/>
          <p:nvPr>
            <p:ph idx="6" type="subTitle"/>
          </p:nvPr>
        </p:nvSpPr>
        <p:spPr>
          <a:xfrm>
            <a:off x="929642" y="1744525"/>
            <a:ext cx="22065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81" name="Google Shape;281;p30"/>
          <p:cNvSpPr txBox="1"/>
          <p:nvPr>
            <p:ph idx="7" type="subTitle"/>
          </p:nvPr>
        </p:nvSpPr>
        <p:spPr>
          <a:xfrm>
            <a:off x="3468750" y="1744525"/>
            <a:ext cx="22065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82" name="Google Shape;282;p30"/>
          <p:cNvSpPr txBox="1"/>
          <p:nvPr>
            <p:ph idx="8" type="subTitle"/>
          </p:nvPr>
        </p:nvSpPr>
        <p:spPr>
          <a:xfrm>
            <a:off x="6007858" y="1744525"/>
            <a:ext cx="22065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83" name="Google Shape;283;p30"/>
          <p:cNvSpPr txBox="1"/>
          <p:nvPr>
            <p:ph idx="9" type="subTitle"/>
          </p:nvPr>
        </p:nvSpPr>
        <p:spPr>
          <a:xfrm>
            <a:off x="2199196" y="2861200"/>
            <a:ext cx="22065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84" name="Google Shape;284;p30"/>
          <p:cNvSpPr txBox="1"/>
          <p:nvPr>
            <p:ph idx="13" type="subTitle"/>
          </p:nvPr>
        </p:nvSpPr>
        <p:spPr>
          <a:xfrm>
            <a:off x="4738304" y="2861200"/>
            <a:ext cx="22065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grpSp>
        <p:nvGrpSpPr>
          <p:cNvPr id="285" name="Google Shape;285;p30"/>
          <p:cNvGrpSpPr/>
          <p:nvPr/>
        </p:nvGrpSpPr>
        <p:grpSpPr>
          <a:xfrm flipH="1" rot="10800000">
            <a:off x="4045950" y="4608500"/>
            <a:ext cx="4926600" cy="90900"/>
            <a:chOff x="1239825" y="571500"/>
            <a:chExt cx="4926600" cy="90900"/>
          </a:xfrm>
        </p:grpSpPr>
        <p:cxnSp>
          <p:nvCxnSpPr>
            <p:cNvPr id="286" name="Google Shape;286;p30"/>
            <p:cNvCxnSpPr/>
            <p:nvPr/>
          </p:nvCxnSpPr>
          <p:spPr>
            <a:xfrm>
              <a:off x="1239825" y="571500"/>
              <a:ext cx="4926600" cy="0"/>
            </a:xfrm>
            <a:prstGeom prst="straightConnector1">
              <a:avLst/>
            </a:prstGeom>
            <a:noFill/>
            <a:ln cap="flat" cmpd="sng" w="9525">
              <a:solidFill>
                <a:schemeClr val="dk1"/>
              </a:solidFill>
              <a:prstDash val="solid"/>
              <a:round/>
              <a:headEnd len="med" w="med" type="none"/>
              <a:tailEnd len="med" w="med" type="none"/>
            </a:ln>
          </p:spPr>
        </p:cxnSp>
        <p:sp>
          <p:nvSpPr>
            <p:cNvPr id="287" name="Google Shape;287;p30"/>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88" name="Shape 288"/>
        <p:cNvGrpSpPr/>
        <p:nvPr/>
      </p:nvGrpSpPr>
      <p:grpSpPr>
        <a:xfrm>
          <a:off x="0" y="0"/>
          <a:ext cx="0" cy="0"/>
          <a:chOff x="0" y="0"/>
          <a:chExt cx="0" cy="0"/>
        </a:xfrm>
      </p:grpSpPr>
      <p:sp>
        <p:nvSpPr>
          <p:cNvPr id="289" name="Google Shape;289;p31"/>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1" name="Google Shape;291;p31"/>
          <p:cNvSpPr txBox="1"/>
          <p:nvPr>
            <p:ph idx="1" type="subTitle"/>
          </p:nvPr>
        </p:nvSpPr>
        <p:spPr>
          <a:xfrm>
            <a:off x="1438125" y="2291499"/>
            <a:ext cx="1900800" cy="5727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2" name="Google Shape;292;p31"/>
          <p:cNvSpPr txBox="1"/>
          <p:nvPr>
            <p:ph idx="2" type="subTitle"/>
          </p:nvPr>
        </p:nvSpPr>
        <p:spPr>
          <a:xfrm>
            <a:off x="3621606" y="2291499"/>
            <a:ext cx="19008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3" name="Google Shape;293;p31"/>
          <p:cNvSpPr txBox="1"/>
          <p:nvPr>
            <p:ph idx="3" type="subTitle"/>
          </p:nvPr>
        </p:nvSpPr>
        <p:spPr>
          <a:xfrm>
            <a:off x="5805086" y="2291499"/>
            <a:ext cx="1900800" cy="572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4" name="Google Shape;294;p31"/>
          <p:cNvSpPr txBox="1"/>
          <p:nvPr>
            <p:ph idx="4" type="subTitle"/>
          </p:nvPr>
        </p:nvSpPr>
        <p:spPr>
          <a:xfrm>
            <a:off x="1438125" y="3560575"/>
            <a:ext cx="1900800" cy="5727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5" name="Google Shape;295;p31"/>
          <p:cNvSpPr txBox="1"/>
          <p:nvPr>
            <p:ph idx="5" type="subTitle"/>
          </p:nvPr>
        </p:nvSpPr>
        <p:spPr>
          <a:xfrm>
            <a:off x="3621606" y="3560575"/>
            <a:ext cx="19008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6" name="Google Shape;296;p31"/>
          <p:cNvSpPr txBox="1"/>
          <p:nvPr>
            <p:ph idx="6" type="subTitle"/>
          </p:nvPr>
        </p:nvSpPr>
        <p:spPr>
          <a:xfrm>
            <a:off x="5805086" y="3560575"/>
            <a:ext cx="1900800" cy="572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7" name="Google Shape;297;p31"/>
          <p:cNvSpPr txBox="1"/>
          <p:nvPr>
            <p:ph idx="7" type="subTitle"/>
          </p:nvPr>
        </p:nvSpPr>
        <p:spPr>
          <a:xfrm>
            <a:off x="1434138" y="1806700"/>
            <a:ext cx="1900800" cy="4848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98" name="Google Shape;298;p31"/>
          <p:cNvSpPr txBox="1"/>
          <p:nvPr>
            <p:ph idx="8" type="subTitle"/>
          </p:nvPr>
        </p:nvSpPr>
        <p:spPr>
          <a:xfrm>
            <a:off x="3621606" y="1806700"/>
            <a:ext cx="19008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299" name="Google Shape;299;p31"/>
          <p:cNvSpPr txBox="1"/>
          <p:nvPr>
            <p:ph idx="9" type="subTitle"/>
          </p:nvPr>
        </p:nvSpPr>
        <p:spPr>
          <a:xfrm>
            <a:off x="5809073" y="1806700"/>
            <a:ext cx="19008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300" name="Google Shape;300;p31"/>
          <p:cNvSpPr txBox="1"/>
          <p:nvPr>
            <p:ph idx="13" type="subTitle"/>
          </p:nvPr>
        </p:nvSpPr>
        <p:spPr>
          <a:xfrm>
            <a:off x="1434138" y="3075775"/>
            <a:ext cx="1900800" cy="4848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301" name="Google Shape;301;p31"/>
          <p:cNvSpPr txBox="1"/>
          <p:nvPr>
            <p:ph idx="14" type="subTitle"/>
          </p:nvPr>
        </p:nvSpPr>
        <p:spPr>
          <a:xfrm>
            <a:off x="3621606" y="3075775"/>
            <a:ext cx="19008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302" name="Google Shape;302;p31"/>
          <p:cNvSpPr txBox="1"/>
          <p:nvPr>
            <p:ph idx="15" type="subTitle"/>
          </p:nvPr>
        </p:nvSpPr>
        <p:spPr>
          <a:xfrm>
            <a:off x="5809073" y="3075775"/>
            <a:ext cx="19008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grpSp>
        <p:nvGrpSpPr>
          <p:cNvPr id="303" name="Google Shape;303;p31"/>
          <p:cNvGrpSpPr/>
          <p:nvPr/>
        </p:nvGrpSpPr>
        <p:grpSpPr>
          <a:xfrm>
            <a:off x="435875" y="97275"/>
            <a:ext cx="8272250" cy="4900925"/>
            <a:chOff x="435875" y="97275"/>
            <a:chExt cx="8272250" cy="4900925"/>
          </a:xfrm>
        </p:grpSpPr>
        <p:grpSp>
          <p:nvGrpSpPr>
            <p:cNvPr id="304" name="Google Shape;304;p31"/>
            <p:cNvGrpSpPr/>
            <p:nvPr/>
          </p:nvGrpSpPr>
          <p:grpSpPr>
            <a:xfrm flipH="1">
              <a:off x="435875" y="1292300"/>
              <a:ext cx="90900" cy="3705900"/>
              <a:chOff x="7952125" y="1292300"/>
              <a:chExt cx="90900" cy="3705900"/>
            </a:xfrm>
          </p:grpSpPr>
          <p:sp>
            <p:nvSpPr>
              <p:cNvPr id="305" name="Google Shape;305;p31"/>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6" name="Google Shape;306;p31"/>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nvGrpSpPr>
            <p:cNvPr id="307" name="Google Shape;307;p31"/>
            <p:cNvGrpSpPr/>
            <p:nvPr/>
          </p:nvGrpSpPr>
          <p:grpSpPr>
            <a:xfrm rot="10800000">
              <a:off x="8617225" y="97275"/>
              <a:ext cx="90900" cy="3705900"/>
              <a:chOff x="7952125" y="1292300"/>
              <a:chExt cx="90900" cy="3705900"/>
            </a:xfrm>
          </p:grpSpPr>
          <p:sp>
            <p:nvSpPr>
              <p:cNvPr id="308" name="Google Shape;308;p31"/>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9" name="Google Shape;309;p31"/>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310" name="Shape 310"/>
        <p:cNvGrpSpPr/>
        <p:nvPr/>
      </p:nvGrpSpPr>
      <p:grpSpPr>
        <a:xfrm>
          <a:off x="0" y="0"/>
          <a:ext cx="0" cy="0"/>
          <a:chOff x="0" y="0"/>
          <a:chExt cx="0" cy="0"/>
        </a:xfrm>
      </p:grpSpPr>
      <p:sp>
        <p:nvSpPr>
          <p:cNvPr id="311" name="Google Shape;311;p32"/>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2"/>
          <p:cNvSpPr txBox="1"/>
          <p:nvPr>
            <p:ph hasCustomPrompt="1" type="title"/>
          </p:nvPr>
        </p:nvSpPr>
        <p:spPr>
          <a:xfrm>
            <a:off x="2208150" y="540000"/>
            <a:ext cx="47277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5500"/>
              <a:buNone/>
              <a:defRPr sz="5500">
                <a:solidFill>
                  <a:schemeClr val="accent2"/>
                </a:solidFill>
              </a:defRPr>
            </a:lvl1pPr>
            <a:lvl2pPr lvl="1" rtl="0" algn="ctr">
              <a:spcBef>
                <a:spcPts val="0"/>
              </a:spcBef>
              <a:spcAft>
                <a:spcPts val="0"/>
              </a:spcAft>
              <a:buClr>
                <a:schemeClr val="lt2"/>
              </a:buClr>
              <a:buSzPts val="5500"/>
              <a:buNone/>
              <a:defRPr sz="5500">
                <a:solidFill>
                  <a:schemeClr val="lt2"/>
                </a:solidFill>
              </a:defRPr>
            </a:lvl2pPr>
            <a:lvl3pPr lvl="2" rtl="0" algn="ctr">
              <a:spcBef>
                <a:spcPts val="0"/>
              </a:spcBef>
              <a:spcAft>
                <a:spcPts val="0"/>
              </a:spcAft>
              <a:buClr>
                <a:schemeClr val="lt2"/>
              </a:buClr>
              <a:buSzPts val="5500"/>
              <a:buNone/>
              <a:defRPr sz="5500">
                <a:solidFill>
                  <a:schemeClr val="lt2"/>
                </a:solidFill>
              </a:defRPr>
            </a:lvl3pPr>
            <a:lvl4pPr lvl="3" rtl="0" algn="ctr">
              <a:spcBef>
                <a:spcPts val="0"/>
              </a:spcBef>
              <a:spcAft>
                <a:spcPts val="0"/>
              </a:spcAft>
              <a:buClr>
                <a:schemeClr val="lt2"/>
              </a:buClr>
              <a:buSzPts val="5500"/>
              <a:buNone/>
              <a:defRPr sz="5500">
                <a:solidFill>
                  <a:schemeClr val="lt2"/>
                </a:solidFill>
              </a:defRPr>
            </a:lvl4pPr>
            <a:lvl5pPr lvl="4" rtl="0" algn="ctr">
              <a:spcBef>
                <a:spcPts val="0"/>
              </a:spcBef>
              <a:spcAft>
                <a:spcPts val="0"/>
              </a:spcAft>
              <a:buClr>
                <a:schemeClr val="lt2"/>
              </a:buClr>
              <a:buSzPts val="5500"/>
              <a:buNone/>
              <a:defRPr sz="5500">
                <a:solidFill>
                  <a:schemeClr val="lt2"/>
                </a:solidFill>
              </a:defRPr>
            </a:lvl5pPr>
            <a:lvl6pPr lvl="5" rtl="0" algn="ctr">
              <a:spcBef>
                <a:spcPts val="0"/>
              </a:spcBef>
              <a:spcAft>
                <a:spcPts val="0"/>
              </a:spcAft>
              <a:buClr>
                <a:schemeClr val="lt2"/>
              </a:buClr>
              <a:buSzPts val="5500"/>
              <a:buNone/>
              <a:defRPr sz="5500">
                <a:solidFill>
                  <a:schemeClr val="lt2"/>
                </a:solidFill>
              </a:defRPr>
            </a:lvl6pPr>
            <a:lvl7pPr lvl="6" rtl="0" algn="ctr">
              <a:spcBef>
                <a:spcPts val="0"/>
              </a:spcBef>
              <a:spcAft>
                <a:spcPts val="0"/>
              </a:spcAft>
              <a:buClr>
                <a:schemeClr val="lt2"/>
              </a:buClr>
              <a:buSzPts val="5500"/>
              <a:buNone/>
              <a:defRPr sz="5500">
                <a:solidFill>
                  <a:schemeClr val="lt2"/>
                </a:solidFill>
              </a:defRPr>
            </a:lvl7pPr>
            <a:lvl8pPr lvl="7" rtl="0" algn="ctr">
              <a:spcBef>
                <a:spcPts val="0"/>
              </a:spcBef>
              <a:spcAft>
                <a:spcPts val="0"/>
              </a:spcAft>
              <a:buClr>
                <a:schemeClr val="lt2"/>
              </a:buClr>
              <a:buSzPts val="5500"/>
              <a:buNone/>
              <a:defRPr sz="5500">
                <a:solidFill>
                  <a:schemeClr val="lt2"/>
                </a:solidFill>
              </a:defRPr>
            </a:lvl8pPr>
            <a:lvl9pPr lvl="8" rtl="0" algn="ctr">
              <a:spcBef>
                <a:spcPts val="0"/>
              </a:spcBef>
              <a:spcAft>
                <a:spcPts val="0"/>
              </a:spcAft>
              <a:buClr>
                <a:schemeClr val="lt2"/>
              </a:buClr>
              <a:buSzPts val="5500"/>
              <a:buNone/>
              <a:defRPr sz="5500">
                <a:solidFill>
                  <a:schemeClr val="lt2"/>
                </a:solidFill>
              </a:defRPr>
            </a:lvl9pPr>
          </a:lstStyle>
          <a:p>
            <a:r>
              <a:t>xx%</a:t>
            </a:r>
          </a:p>
        </p:txBody>
      </p:sp>
      <p:sp>
        <p:nvSpPr>
          <p:cNvPr id="313" name="Google Shape;313;p32"/>
          <p:cNvSpPr txBox="1"/>
          <p:nvPr>
            <p:ph idx="1" type="subTitle"/>
          </p:nvPr>
        </p:nvSpPr>
        <p:spPr>
          <a:xfrm>
            <a:off x="2208150" y="1246023"/>
            <a:ext cx="47277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14" name="Google Shape;314;p32"/>
          <p:cNvSpPr txBox="1"/>
          <p:nvPr>
            <p:ph hasCustomPrompt="1" idx="2" type="title"/>
          </p:nvPr>
        </p:nvSpPr>
        <p:spPr>
          <a:xfrm>
            <a:off x="2208150" y="1996134"/>
            <a:ext cx="47277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5500"/>
              <a:buNone/>
              <a:defRPr sz="5500">
                <a:solidFill>
                  <a:schemeClr val="accent2"/>
                </a:solidFill>
              </a:defRPr>
            </a:lvl1pPr>
            <a:lvl2pPr lvl="1" rtl="0" algn="ctr">
              <a:spcBef>
                <a:spcPts val="0"/>
              </a:spcBef>
              <a:spcAft>
                <a:spcPts val="0"/>
              </a:spcAft>
              <a:buClr>
                <a:schemeClr val="lt2"/>
              </a:buClr>
              <a:buSzPts val="5500"/>
              <a:buNone/>
              <a:defRPr sz="5500">
                <a:solidFill>
                  <a:schemeClr val="lt2"/>
                </a:solidFill>
              </a:defRPr>
            </a:lvl2pPr>
            <a:lvl3pPr lvl="2" rtl="0" algn="ctr">
              <a:spcBef>
                <a:spcPts val="0"/>
              </a:spcBef>
              <a:spcAft>
                <a:spcPts val="0"/>
              </a:spcAft>
              <a:buClr>
                <a:schemeClr val="lt2"/>
              </a:buClr>
              <a:buSzPts val="5500"/>
              <a:buNone/>
              <a:defRPr sz="5500">
                <a:solidFill>
                  <a:schemeClr val="lt2"/>
                </a:solidFill>
              </a:defRPr>
            </a:lvl3pPr>
            <a:lvl4pPr lvl="3" rtl="0" algn="ctr">
              <a:spcBef>
                <a:spcPts val="0"/>
              </a:spcBef>
              <a:spcAft>
                <a:spcPts val="0"/>
              </a:spcAft>
              <a:buClr>
                <a:schemeClr val="lt2"/>
              </a:buClr>
              <a:buSzPts val="5500"/>
              <a:buNone/>
              <a:defRPr sz="5500">
                <a:solidFill>
                  <a:schemeClr val="lt2"/>
                </a:solidFill>
              </a:defRPr>
            </a:lvl4pPr>
            <a:lvl5pPr lvl="4" rtl="0" algn="ctr">
              <a:spcBef>
                <a:spcPts val="0"/>
              </a:spcBef>
              <a:spcAft>
                <a:spcPts val="0"/>
              </a:spcAft>
              <a:buClr>
                <a:schemeClr val="lt2"/>
              </a:buClr>
              <a:buSzPts val="5500"/>
              <a:buNone/>
              <a:defRPr sz="5500">
                <a:solidFill>
                  <a:schemeClr val="lt2"/>
                </a:solidFill>
              </a:defRPr>
            </a:lvl5pPr>
            <a:lvl6pPr lvl="5" rtl="0" algn="ctr">
              <a:spcBef>
                <a:spcPts val="0"/>
              </a:spcBef>
              <a:spcAft>
                <a:spcPts val="0"/>
              </a:spcAft>
              <a:buClr>
                <a:schemeClr val="lt2"/>
              </a:buClr>
              <a:buSzPts val="5500"/>
              <a:buNone/>
              <a:defRPr sz="5500">
                <a:solidFill>
                  <a:schemeClr val="lt2"/>
                </a:solidFill>
              </a:defRPr>
            </a:lvl6pPr>
            <a:lvl7pPr lvl="6" rtl="0" algn="ctr">
              <a:spcBef>
                <a:spcPts val="0"/>
              </a:spcBef>
              <a:spcAft>
                <a:spcPts val="0"/>
              </a:spcAft>
              <a:buClr>
                <a:schemeClr val="lt2"/>
              </a:buClr>
              <a:buSzPts val="5500"/>
              <a:buNone/>
              <a:defRPr sz="5500">
                <a:solidFill>
                  <a:schemeClr val="lt2"/>
                </a:solidFill>
              </a:defRPr>
            </a:lvl7pPr>
            <a:lvl8pPr lvl="7" rtl="0" algn="ctr">
              <a:spcBef>
                <a:spcPts val="0"/>
              </a:spcBef>
              <a:spcAft>
                <a:spcPts val="0"/>
              </a:spcAft>
              <a:buClr>
                <a:schemeClr val="lt2"/>
              </a:buClr>
              <a:buSzPts val="5500"/>
              <a:buNone/>
              <a:defRPr sz="5500">
                <a:solidFill>
                  <a:schemeClr val="lt2"/>
                </a:solidFill>
              </a:defRPr>
            </a:lvl8pPr>
            <a:lvl9pPr lvl="8" rtl="0" algn="ctr">
              <a:spcBef>
                <a:spcPts val="0"/>
              </a:spcBef>
              <a:spcAft>
                <a:spcPts val="0"/>
              </a:spcAft>
              <a:buClr>
                <a:schemeClr val="lt2"/>
              </a:buClr>
              <a:buSzPts val="5500"/>
              <a:buNone/>
              <a:defRPr sz="5500">
                <a:solidFill>
                  <a:schemeClr val="lt2"/>
                </a:solidFill>
              </a:defRPr>
            </a:lvl9pPr>
          </a:lstStyle>
          <a:p>
            <a:r>
              <a:t>xx%</a:t>
            </a:r>
          </a:p>
        </p:txBody>
      </p:sp>
      <p:sp>
        <p:nvSpPr>
          <p:cNvPr id="315" name="Google Shape;315;p32"/>
          <p:cNvSpPr txBox="1"/>
          <p:nvPr>
            <p:ph idx="3" type="subTitle"/>
          </p:nvPr>
        </p:nvSpPr>
        <p:spPr>
          <a:xfrm>
            <a:off x="2208150" y="2702157"/>
            <a:ext cx="47277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16" name="Google Shape;316;p32"/>
          <p:cNvSpPr txBox="1"/>
          <p:nvPr>
            <p:ph hasCustomPrompt="1" idx="4" type="title"/>
          </p:nvPr>
        </p:nvSpPr>
        <p:spPr>
          <a:xfrm>
            <a:off x="2208150" y="3452280"/>
            <a:ext cx="47277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5500"/>
              <a:buNone/>
              <a:defRPr sz="5500">
                <a:solidFill>
                  <a:schemeClr val="accent2"/>
                </a:solidFill>
              </a:defRPr>
            </a:lvl1pPr>
            <a:lvl2pPr lvl="1" rtl="0" algn="ctr">
              <a:spcBef>
                <a:spcPts val="0"/>
              </a:spcBef>
              <a:spcAft>
                <a:spcPts val="0"/>
              </a:spcAft>
              <a:buClr>
                <a:schemeClr val="lt2"/>
              </a:buClr>
              <a:buSzPts val="5500"/>
              <a:buNone/>
              <a:defRPr sz="5500">
                <a:solidFill>
                  <a:schemeClr val="lt2"/>
                </a:solidFill>
              </a:defRPr>
            </a:lvl2pPr>
            <a:lvl3pPr lvl="2" rtl="0" algn="ctr">
              <a:spcBef>
                <a:spcPts val="0"/>
              </a:spcBef>
              <a:spcAft>
                <a:spcPts val="0"/>
              </a:spcAft>
              <a:buClr>
                <a:schemeClr val="lt2"/>
              </a:buClr>
              <a:buSzPts val="5500"/>
              <a:buNone/>
              <a:defRPr sz="5500">
                <a:solidFill>
                  <a:schemeClr val="lt2"/>
                </a:solidFill>
              </a:defRPr>
            </a:lvl3pPr>
            <a:lvl4pPr lvl="3" rtl="0" algn="ctr">
              <a:spcBef>
                <a:spcPts val="0"/>
              </a:spcBef>
              <a:spcAft>
                <a:spcPts val="0"/>
              </a:spcAft>
              <a:buClr>
                <a:schemeClr val="lt2"/>
              </a:buClr>
              <a:buSzPts val="5500"/>
              <a:buNone/>
              <a:defRPr sz="5500">
                <a:solidFill>
                  <a:schemeClr val="lt2"/>
                </a:solidFill>
              </a:defRPr>
            </a:lvl4pPr>
            <a:lvl5pPr lvl="4" rtl="0" algn="ctr">
              <a:spcBef>
                <a:spcPts val="0"/>
              </a:spcBef>
              <a:spcAft>
                <a:spcPts val="0"/>
              </a:spcAft>
              <a:buClr>
                <a:schemeClr val="lt2"/>
              </a:buClr>
              <a:buSzPts val="5500"/>
              <a:buNone/>
              <a:defRPr sz="5500">
                <a:solidFill>
                  <a:schemeClr val="lt2"/>
                </a:solidFill>
              </a:defRPr>
            </a:lvl5pPr>
            <a:lvl6pPr lvl="5" rtl="0" algn="ctr">
              <a:spcBef>
                <a:spcPts val="0"/>
              </a:spcBef>
              <a:spcAft>
                <a:spcPts val="0"/>
              </a:spcAft>
              <a:buClr>
                <a:schemeClr val="lt2"/>
              </a:buClr>
              <a:buSzPts val="5500"/>
              <a:buNone/>
              <a:defRPr sz="5500">
                <a:solidFill>
                  <a:schemeClr val="lt2"/>
                </a:solidFill>
              </a:defRPr>
            </a:lvl6pPr>
            <a:lvl7pPr lvl="6" rtl="0" algn="ctr">
              <a:spcBef>
                <a:spcPts val="0"/>
              </a:spcBef>
              <a:spcAft>
                <a:spcPts val="0"/>
              </a:spcAft>
              <a:buClr>
                <a:schemeClr val="lt2"/>
              </a:buClr>
              <a:buSzPts val="5500"/>
              <a:buNone/>
              <a:defRPr sz="5500">
                <a:solidFill>
                  <a:schemeClr val="lt2"/>
                </a:solidFill>
              </a:defRPr>
            </a:lvl7pPr>
            <a:lvl8pPr lvl="7" rtl="0" algn="ctr">
              <a:spcBef>
                <a:spcPts val="0"/>
              </a:spcBef>
              <a:spcAft>
                <a:spcPts val="0"/>
              </a:spcAft>
              <a:buClr>
                <a:schemeClr val="lt2"/>
              </a:buClr>
              <a:buSzPts val="5500"/>
              <a:buNone/>
              <a:defRPr sz="5500">
                <a:solidFill>
                  <a:schemeClr val="lt2"/>
                </a:solidFill>
              </a:defRPr>
            </a:lvl8pPr>
            <a:lvl9pPr lvl="8" rtl="0" algn="ctr">
              <a:spcBef>
                <a:spcPts val="0"/>
              </a:spcBef>
              <a:spcAft>
                <a:spcPts val="0"/>
              </a:spcAft>
              <a:buClr>
                <a:schemeClr val="lt2"/>
              </a:buClr>
              <a:buSzPts val="5500"/>
              <a:buNone/>
              <a:defRPr sz="5500">
                <a:solidFill>
                  <a:schemeClr val="lt2"/>
                </a:solidFill>
              </a:defRPr>
            </a:lvl9pPr>
          </a:lstStyle>
          <a:p>
            <a:r>
              <a:t>xx%</a:t>
            </a:r>
          </a:p>
        </p:txBody>
      </p:sp>
      <p:sp>
        <p:nvSpPr>
          <p:cNvPr id="317" name="Google Shape;317;p32"/>
          <p:cNvSpPr txBox="1"/>
          <p:nvPr>
            <p:ph idx="5" type="subTitle"/>
          </p:nvPr>
        </p:nvSpPr>
        <p:spPr>
          <a:xfrm>
            <a:off x="2208150" y="4158303"/>
            <a:ext cx="47277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318" name="Google Shape;318;p32"/>
          <p:cNvGrpSpPr/>
          <p:nvPr/>
        </p:nvGrpSpPr>
        <p:grpSpPr>
          <a:xfrm>
            <a:off x="165700" y="1444700"/>
            <a:ext cx="8534275" cy="3705900"/>
            <a:chOff x="165700" y="1444700"/>
            <a:chExt cx="8534275" cy="3705900"/>
          </a:xfrm>
        </p:grpSpPr>
        <p:grpSp>
          <p:nvGrpSpPr>
            <p:cNvPr id="319" name="Google Shape;319;p32"/>
            <p:cNvGrpSpPr/>
            <p:nvPr/>
          </p:nvGrpSpPr>
          <p:grpSpPr>
            <a:xfrm rot="10800000">
              <a:off x="165700" y="4608500"/>
              <a:ext cx="7941000" cy="90900"/>
              <a:chOff x="1239825" y="571500"/>
              <a:chExt cx="7941000" cy="90900"/>
            </a:xfrm>
          </p:grpSpPr>
          <p:cxnSp>
            <p:nvCxnSpPr>
              <p:cNvPr id="320" name="Google Shape;320;p32"/>
              <p:cNvCxnSpPr/>
              <p:nvPr/>
            </p:nvCxnSpPr>
            <p:spPr>
              <a:xfrm>
                <a:off x="1239825" y="571500"/>
                <a:ext cx="7941000" cy="0"/>
              </a:xfrm>
              <a:prstGeom prst="straightConnector1">
                <a:avLst/>
              </a:prstGeom>
              <a:noFill/>
              <a:ln cap="flat" cmpd="sng" w="9525">
                <a:solidFill>
                  <a:schemeClr val="dk1"/>
                </a:solidFill>
                <a:prstDash val="solid"/>
                <a:round/>
                <a:headEnd len="med" w="med" type="none"/>
                <a:tailEnd len="med" w="med" type="none"/>
              </a:ln>
            </p:spPr>
          </p:cxnSp>
          <p:sp>
            <p:nvSpPr>
              <p:cNvPr id="321" name="Google Shape;321;p32"/>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32"/>
            <p:cNvGrpSpPr/>
            <p:nvPr/>
          </p:nvGrpSpPr>
          <p:grpSpPr>
            <a:xfrm flipH="1">
              <a:off x="8609075" y="1444700"/>
              <a:ext cx="90900" cy="3705900"/>
              <a:chOff x="7952125" y="1292300"/>
              <a:chExt cx="90900" cy="3705900"/>
            </a:xfrm>
          </p:grpSpPr>
          <p:sp>
            <p:nvSpPr>
              <p:cNvPr id="323" name="Google Shape;323;p32"/>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4" name="Google Shape;324;p32"/>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2_1_1">
    <p:spTree>
      <p:nvGrpSpPr>
        <p:cNvPr id="325" name="Shape 325"/>
        <p:cNvGrpSpPr/>
        <p:nvPr/>
      </p:nvGrpSpPr>
      <p:grpSpPr>
        <a:xfrm>
          <a:off x="0" y="0"/>
          <a:ext cx="0" cy="0"/>
          <a:chOff x="0" y="0"/>
          <a:chExt cx="0" cy="0"/>
        </a:xfrm>
      </p:grpSpPr>
      <p:sp>
        <p:nvSpPr>
          <p:cNvPr id="326" name="Google Shape;326;p33"/>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8" name="Google Shape;328;p33"/>
          <p:cNvSpPr txBox="1"/>
          <p:nvPr>
            <p:ph idx="1" type="subTitle"/>
          </p:nvPr>
        </p:nvSpPr>
        <p:spPr>
          <a:xfrm>
            <a:off x="720000" y="2482875"/>
            <a:ext cx="23364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329" name="Google Shape;329;p33"/>
          <p:cNvSpPr txBox="1"/>
          <p:nvPr>
            <p:ph idx="2" type="subTitle"/>
          </p:nvPr>
        </p:nvSpPr>
        <p:spPr>
          <a:xfrm>
            <a:off x="720000" y="2967679"/>
            <a:ext cx="2336400" cy="67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0" name="Google Shape;330;p33"/>
          <p:cNvSpPr txBox="1"/>
          <p:nvPr>
            <p:ph idx="3" type="subTitle"/>
          </p:nvPr>
        </p:nvSpPr>
        <p:spPr>
          <a:xfrm>
            <a:off x="3403800" y="2967679"/>
            <a:ext cx="2336400" cy="67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1" name="Google Shape;331;p33"/>
          <p:cNvSpPr txBox="1"/>
          <p:nvPr>
            <p:ph idx="4" type="subTitle"/>
          </p:nvPr>
        </p:nvSpPr>
        <p:spPr>
          <a:xfrm>
            <a:off x="6087600" y="2967679"/>
            <a:ext cx="2336400" cy="67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2" name="Google Shape;332;p33"/>
          <p:cNvSpPr txBox="1"/>
          <p:nvPr>
            <p:ph idx="5" type="subTitle"/>
          </p:nvPr>
        </p:nvSpPr>
        <p:spPr>
          <a:xfrm>
            <a:off x="3403800" y="2482875"/>
            <a:ext cx="23364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333" name="Google Shape;333;p33"/>
          <p:cNvSpPr txBox="1"/>
          <p:nvPr>
            <p:ph idx="6" type="subTitle"/>
          </p:nvPr>
        </p:nvSpPr>
        <p:spPr>
          <a:xfrm>
            <a:off x="6087600" y="2482875"/>
            <a:ext cx="23364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1pPr>
            <a:lvl2pPr lvl="1"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2pPr>
            <a:lvl3pPr lvl="2"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3pPr>
            <a:lvl4pPr lvl="3"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4pPr>
            <a:lvl5pPr lvl="4"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5pPr>
            <a:lvl6pPr lvl="5"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6pPr>
            <a:lvl7pPr lvl="6"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7pPr>
            <a:lvl8pPr lvl="7"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8pPr>
            <a:lvl9pPr lvl="8" rtl="0" algn="ctr">
              <a:lnSpc>
                <a:spcPct val="100000"/>
              </a:lnSpc>
              <a:spcBef>
                <a:spcPts val="0"/>
              </a:spcBef>
              <a:spcAft>
                <a:spcPts val="0"/>
              </a:spcAft>
              <a:buClr>
                <a:schemeClr val="dk1"/>
              </a:buClr>
              <a:buSzPts val="2400"/>
              <a:buFont typeface="Noto Serif Ethiopic"/>
              <a:buNone/>
              <a:defRPr sz="2400">
                <a:solidFill>
                  <a:schemeClr val="dk1"/>
                </a:solidFill>
                <a:latin typeface="Noto Serif Ethiopic"/>
                <a:ea typeface="Noto Serif Ethiopic"/>
                <a:cs typeface="Noto Serif Ethiopic"/>
                <a:sym typeface="Noto Serif Ethiopic"/>
              </a:defRPr>
            </a:lvl9pPr>
          </a:lstStyle>
          <a:p/>
        </p:txBody>
      </p:sp>
      <p:sp>
        <p:nvSpPr>
          <p:cNvPr id="334" name="Google Shape;334;p33"/>
          <p:cNvSpPr txBox="1"/>
          <p:nvPr>
            <p:ph hasCustomPrompt="1" idx="7" type="title"/>
          </p:nvPr>
        </p:nvSpPr>
        <p:spPr>
          <a:xfrm>
            <a:off x="1250550" y="3647175"/>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5" name="Google Shape;335;p33"/>
          <p:cNvSpPr txBox="1"/>
          <p:nvPr>
            <p:ph hasCustomPrompt="1" idx="8" type="title"/>
          </p:nvPr>
        </p:nvSpPr>
        <p:spPr>
          <a:xfrm>
            <a:off x="3934350" y="3647175"/>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6" name="Google Shape;336;p33"/>
          <p:cNvSpPr txBox="1"/>
          <p:nvPr>
            <p:ph hasCustomPrompt="1" idx="9" type="title"/>
          </p:nvPr>
        </p:nvSpPr>
        <p:spPr>
          <a:xfrm>
            <a:off x="6618150" y="3647175"/>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grpSp>
        <p:nvGrpSpPr>
          <p:cNvPr id="337" name="Google Shape;337;p33"/>
          <p:cNvGrpSpPr/>
          <p:nvPr/>
        </p:nvGrpSpPr>
        <p:grpSpPr>
          <a:xfrm>
            <a:off x="181160" y="4688623"/>
            <a:ext cx="8385900" cy="90900"/>
            <a:chOff x="160950" y="480600"/>
            <a:chExt cx="8385900" cy="90900"/>
          </a:xfrm>
        </p:grpSpPr>
        <p:cxnSp>
          <p:nvCxnSpPr>
            <p:cNvPr id="338" name="Google Shape;338;p33"/>
            <p:cNvCxnSpPr/>
            <p:nvPr/>
          </p:nvCxnSpPr>
          <p:spPr>
            <a:xfrm>
              <a:off x="160950" y="571500"/>
              <a:ext cx="8385900" cy="0"/>
            </a:xfrm>
            <a:prstGeom prst="straightConnector1">
              <a:avLst/>
            </a:prstGeom>
            <a:noFill/>
            <a:ln cap="flat" cmpd="sng" w="9525">
              <a:solidFill>
                <a:schemeClr val="dk1"/>
              </a:solidFill>
              <a:prstDash val="solid"/>
              <a:round/>
              <a:headEnd len="med" w="med" type="none"/>
              <a:tailEnd len="med" w="med" type="none"/>
            </a:ln>
          </p:spPr>
        </p:cxnSp>
        <p:sp>
          <p:nvSpPr>
            <p:cNvPr id="339" name="Google Shape;339;p33"/>
            <p:cNvSpPr/>
            <p:nvPr/>
          </p:nvSpPr>
          <p:spPr>
            <a:xfrm>
              <a:off x="8041650" y="4806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340" name="Shape 340"/>
        <p:cNvGrpSpPr/>
        <p:nvPr/>
      </p:nvGrpSpPr>
      <p:grpSpPr>
        <a:xfrm>
          <a:off x="0" y="0"/>
          <a:ext cx="0" cy="0"/>
          <a:chOff x="0" y="0"/>
          <a:chExt cx="0" cy="0"/>
        </a:xfrm>
      </p:grpSpPr>
      <p:sp>
        <p:nvSpPr>
          <p:cNvPr id="341" name="Google Shape;341;p34"/>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4"/>
          <p:cNvSpPr txBox="1"/>
          <p:nvPr>
            <p:ph type="ctrTitle"/>
          </p:nvPr>
        </p:nvSpPr>
        <p:spPr>
          <a:xfrm>
            <a:off x="2429925" y="876038"/>
            <a:ext cx="4284000" cy="99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43" name="Google Shape;343;p34"/>
          <p:cNvSpPr txBox="1"/>
          <p:nvPr>
            <p:ph idx="1" type="subTitle"/>
          </p:nvPr>
        </p:nvSpPr>
        <p:spPr>
          <a:xfrm>
            <a:off x="2425050" y="1910763"/>
            <a:ext cx="4293900" cy="110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44" name="Google Shape;344;p34"/>
          <p:cNvSpPr txBox="1"/>
          <p:nvPr/>
        </p:nvSpPr>
        <p:spPr>
          <a:xfrm>
            <a:off x="2429925" y="3051988"/>
            <a:ext cx="4284000" cy="434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000">
                <a:solidFill>
                  <a:schemeClr val="dk1"/>
                </a:solidFill>
                <a:latin typeface="Akatab"/>
                <a:ea typeface="Akatab"/>
                <a:cs typeface="Akatab"/>
                <a:sym typeface="Akatab"/>
              </a:rPr>
              <a:t>CREDITS: This presentation template was created by </a:t>
            </a:r>
            <a:r>
              <a:rPr b="1" lang="en" sz="1000" u="sng">
                <a:solidFill>
                  <a:schemeClr val="dk1"/>
                </a:solidFill>
                <a:latin typeface="Akatab"/>
                <a:ea typeface="Akatab"/>
                <a:cs typeface="Akatab"/>
                <a:sym typeface="Akatab"/>
                <a:hlinkClick r:id="rId2">
                  <a:extLst>
                    <a:ext uri="{A12FA001-AC4F-418D-AE19-62706E023703}">
                      <ahyp:hlinkClr val="tx"/>
                    </a:ext>
                  </a:extLst>
                </a:hlinkClick>
              </a:rPr>
              <a:t>Slidesgo</a:t>
            </a:r>
            <a:r>
              <a:rPr lang="en" sz="1000">
                <a:solidFill>
                  <a:schemeClr val="dk1"/>
                </a:solidFill>
                <a:latin typeface="Akatab"/>
                <a:ea typeface="Akatab"/>
                <a:cs typeface="Akatab"/>
                <a:sym typeface="Akatab"/>
              </a:rPr>
              <a:t>, and includes icons by </a:t>
            </a:r>
            <a:r>
              <a:rPr b="1" lang="en" sz="1000" u="sng">
                <a:solidFill>
                  <a:schemeClr val="dk1"/>
                </a:solidFill>
                <a:latin typeface="Akatab"/>
                <a:ea typeface="Akatab"/>
                <a:cs typeface="Akatab"/>
                <a:sym typeface="Akatab"/>
                <a:hlinkClick r:id="rId3">
                  <a:extLst>
                    <a:ext uri="{A12FA001-AC4F-418D-AE19-62706E023703}">
                      <ahyp:hlinkClr val="tx"/>
                    </a:ext>
                  </a:extLst>
                </a:hlinkClick>
              </a:rPr>
              <a:t>Flaticon</a:t>
            </a:r>
            <a:r>
              <a:rPr b="1" lang="en" sz="1000">
                <a:solidFill>
                  <a:schemeClr val="dk1"/>
                </a:solidFill>
                <a:latin typeface="Akatab"/>
                <a:ea typeface="Akatab"/>
                <a:cs typeface="Akatab"/>
                <a:sym typeface="Akatab"/>
              </a:rPr>
              <a:t> </a:t>
            </a:r>
            <a:r>
              <a:rPr lang="en" sz="1000">
                <a:solidFill>
                  <a:schemeClr val="dk1"/>
                </a:solidFill>
                <a:latin typeface="Akatab"/>
                <a:ea typeface="Akatab"/>
                <a:cs typeface="Akatab"/>
                <a:sym typeface="Akatab"/>
              </a:rPr>
              <a:t>and infographics &amp; images by </a:t>
            </a:r>
            <a:r>
              <a:rPr b="1" lang="en" sz="1000" u="sng">
                <a:solidFill>
                  <a:schemeClr val="dk1"/>
                </a:solidFill>
                <a:latin typeface="Akatab"/>
                <a:ea typeface="Akatab"/>
                <a:cs typeface="Akatab"/>
                <a:sym typeface="Akatab"/>
                <a:hlinkClick r:id="rId4">
                  <a:extLst>
                    <a:ext uri="{A12FA001-AC4F-418D-AE19-62706E023703}">
                      <ahyp:hlinkClr val="tx"/>
                    </a:ext>
                  </a:extLst>
                </a:hlinkClick>
              </a:rPr>
              <a:t>Freepik</a:t>
            </a:r>
            <a:endParaRPr b="1" sz="1000" u="sng">
              <a:solidFill>
                <a:schemeClr val="dk1"/>
              </a:solidFill>
              <a:latin typeface="Akatab"/>
              <a:ea typeface="Akatab"/>
              <a:cs typeface="Akatab"/>
              <a:sym typeface="Akatab"/>
            </a:endParaRPr>
          </a:p>
        </p:txBody>
      </p:sp>
      <p:grpSp>
        <p:nvGrpSpPr>
          <p:cNvPr id="345" name="Google Shape;345;p34"/>
          <p:cNvGrpSpPr/>
          <p:nvPr/>
        </p:nvGrpSpPr>
        <p:grpSpPr>
          <a:xfrm>
            <a:off x="165700" y="97275"/>
            <a:ext cx="8339575" cy="3705900"/>
            <a:chOff x="165700" y="97275"/>
            <a:chExt cx="8339575" cy="3705900"/>
          </a:xfrm>
        </p:grpSpPr>
        <p:grpSp>
          <p:nvGrpSpPr>
            <p:cNvPr id="346" name="Google Shape;346;p34"/>
            <p:cNvGrpSpPr/>
            <p:nvPr/>
          </p:nvGrpSpPr>
          <p:grpSpPr>
            <a:xfrm flipH="1">
              <a:off x="165700" y="435900"/>
              <a:ext cx="7941000" cy="90900"/>
              <a:chOff x="1239825" y="571500"/>
              <a:chExt cx="7941000" cy="90900"/>
            </a:xfrm>
          </p:grpSpPr>
          <p:cxnSp>
            <p:nvCxnSpPr>
              <p:cNvPr id="347" name="Google Shape;347;p34"/>
              <p:cNvCxnSpPr/>
              <p:nvPr/>
            </p:nvCxnSpPr>
            <p:spPr>
              <a:xfrm>
                <a:off x="1239825" y="571500"/>
                <a:ext cx="7941000" cy="0"/>
              </a:xfrm>
              <a:prstGeom prst="straightConnector1">
                <a:avLst/>
              </a:prstGeom>
              <a:noFill/>
              <a:ln cap="flat" cmpd="sng" w="9525">
                <a:solidFill>
                  <a:schemeClr val="dk1"/>
                </a:solidFill>
                <a:prstDash val="solid"/>
                <a:round/>
                <a:headEnd len="med" w="med" type="none"/>
                <a:tailEnd len="med" w="med" type="none"/>
              </a:ln>
            </p:spPr>
          </p:cxnSp>
          <p:sp>
            <p:nvSpPr>
              <p:cNvPr id="348" name="Google Shape;348;p34"/>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 name="Google Shape;349;p34"/>
            <p:cNvGrpSpPr/>
            <p:nvPr/>
          </p:nvGrpSpPr>
          <p:grpSpPr>
            <a:xfrm flipH="1" rot="10800000">
              <a:off x="8414375" y="97275"/>
              <a:ext cx="90900" cy="3705900"/>
              <a:chOff x="7952125" y="1292300"/>
              <a:chExt cx="90900" cy="3705900"/>
            </a:xfrm>
          </p:grpSpPr>
          <p:sp>
            <p:nvSpPr>
              <p:cNvPr id="350" name="Google Shape;350;p34"/>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1" name="Google Shape;351;p34"/>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52" name="Shape 352"/>
        <p:cNvGrpSpPr/>
        <p:nvPr/>
      </p:nvGrpSpPr>
      <p:grpSpPr>
        <a:xfrm>
          <a:off x="0" y="0"/>
          <a:ext cx="0" cy="0"/>
          <a:chOff x="0" y="0"/>
          <a:chExt cx="0" cy="0"/>
        </a:xfrm>
      </p:grpSpPr>
      <p:sp>
        <p:nvSpPr>
          <p:cNvPr id="353" name="Google Shape;353;p35"/>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 name="Google Shape;354;p35"/>
          <p:cNvGrpSpPr/>
          <p:nvPr/>
        </p:nvGrpSpPr>
        <p:grpSpPr>
          <a:xfrm rot="5400000">
            <a:off x="-1374375" y="3095450"/>
            <a:ext cx="3697200" cy="90900"/>
            <a:chOff x="1239825" y="571500"/>
            <a:chExt cx="3697200" cy="90900"/>
          </a:xfrm>
        </p:grpSpPr>
        <p:cxnSp>
          <p:nvCxnSpPr>
            <p:cNvPr id="355" name="Google Shape;355;p35"/>
            <p:cNvCxnSpPr/>
            <p:nvPr/>
          </p:nvCxnSpPr>
          <p:spPr>
            <a:xfrm rot="10800000">
              <a:off x="3088425" y="-1277100"/>
              <a:ext cx="0" cy="3697200"/>
            </a:xfrm>
            <a:prstGeom prst="straightConnector1">
              <a:avLst/>
            </a:prstGeom>
            <a:noFill/>
            <a:ln cap="flat" cmpd="sng" w="9525">
              <a:solidFill>
                <a:schemeClr val="dk1"/>
              </a:solidFill>
              <a:prstDash val="solid"/>
              <a:round/>
              <a:headEnd len="med" w="med" type="none"/>
              <a:tailEnd len="med" w="med" type="none"/>
            </a:ln>
          </p:spPr>
        </p:cxnSp>
        <p:sp>
          <p:nvSpPr>
            <p:cNvPr id="356" name="Google Shape;356;p35"/>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 name="Google Shape;357;p35"/>
          <p:cNvGrpSpPr/>
          <p:nvPr/>
        </p:nvGrpSpPr>
        <p:grpSpPr>
          <a:xfrm rot="-5400000">
            <a:off x="6802600" y="1948950"/>
            <a:ext cx="3697200" cy="90900"/>
            <a:chOff x="1239825" y="571500"/>
            <a:chExt cx="3697200" cy="90900"/>
          </a:xfrm>
        </p:grpSpPr>
        <p:cxnSp>
          <p:nvCxnSpPr>
            <p:cNvPr id="358" name="Google Shape;358;p35"/>
            <p:cNvCxnSpPr/>
            <p:nvPr/>
          </p:nvCxnSpPr>
          <p:spPr>
            <a:xfrm rot="10800000">
              <a:off x="3088425" y="-1277100"/>
              <a:ext cx="0" cy="3697200"/>
            </a:xfrm>
            <a:prstGeom prst="straightConnector1">
              <a:avLst/>
            </a:prstGeom>
            <a:noFill/>
            <a:ln cap="flat" cmpd="sng" w="9525">
              <a:solidFill>
                <a:schemeClr val="dk1"/>
              </a:solidFill>
              <a:prstDash val="solid"/>
              <a:round/>
              <a:headEnd len="med" w="med" type="none"/>
              <a:tailEnd len="med" w="med" type="none"/>
            </a:ln>
          </p:spPr>
        </p:cxnSp>
        <p:sp>
          <p:nvSpPr>
            <p:cNvPr id="359" name="Google Shape;359;p35"/>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60" name="Shape 360"/>
        <p:cNvGrpSpPr/>
        <p:nvPr/>
      </p:nvGrpSpPr>
      <p:grpSpPr>
        <a:xfrm>
          <a:off x="0" y="0"/>
          <a:ext cx="0" cy="0"/>
          <a:chOff x="0" y="0"/>
          <a:chExt cx="0" cy="0"/>
        </a:xfrm>
      </p:grpSpPr>
      <p:sp>
        <p:nvSpPr>
          <p:cNvPr id="361" name="Google Shape;361;p36"/>
          <p:cNvSpPr/>
          <p:nvPr/>
        </p:nvSpPr>
        <p:spPr>
          <a:xfrm>
            <a:off x="171450" y="145800"/>
            <a:ext cx="8801100" cy="4851900"/>
          </a:xfrm>
          <a:prstGeom prst="rect">
            <a:avLst/>
          </a:prstGeom>
          <a:solidFill>
            <a:schemeClr val="lt1"/>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 name="Google Shape;362;p36"/>
          <p:cNvGrpSpPr/>
          <p:nvPr/>
        </p:nvGrpSpPr>
        <p:grpSpPr>
          <a:xfrm rot="10800000">
            <a:off x="165548" y="4741850"/>
            <a:ext cx="6506400" cy="90900"/>
            <a:chOff x="1239825" y="571500"/>
            <a:chExt cx="6506400" cy="90900"/>
          </a:xfrm>
        </p:grpSpPr>
        <p:cxnSp>
          <p:nvCxnSpPr>
            <p:cNvPr id="363" name="Google Shape;363;p36"/>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364" name="Google Shape;364;p36"/>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 name="Google Shape;365;p36"/>
          <p:cNvGrpSpPr/>
          <p:nvPr/>
        </p:nvGrpSpPr>
        <p:grpSpPr>
          <a:xfrm flipH="1" rot="10800000">
            <a:off x="2467871" y="298450"/>
            <a:ext cx="6506400" cy="90900"/>
            <a:chOff x="1239825" y="571500"/>
            <a:chExt cx="6506400" cy="90900"/>
          </a:xfrm>
        </p:grpSpPr>
        <p:cxnSp>
          <p:nvCxnSpPr>
            <p:cNvPr id="366" name="Google Shape;366;p36"/>
            <p:cNvCxnSpPr/>
            <p:nvPr/>
          </p:nvCxnSpPr>
          <p:spPr>
            <a:xfrm>
              <a:off x="1239825" y="571500"/>
              <a:ext cx="6506400" cy="0"/>
            </a:xfrm>
            <a:prstGeom prst="straightConnector1">
              <a:avLst/>
            </a:prstGeom>
            <a:noFill/>
            <a:ln cap="flat" cmpd="sng" w="9525">
              <a:solidFill>
                <a:schemeClr val="dk1"/>
              </a:solidFill>
              <a:prstDash val="solid"/>
              <a:round/>
              <a:headEnd len="med" w="med" type="none"/>
              <a:tailEnd len="med" w="med" type="none"/>
            </a:ln>
          </p:spPr>
        </p:cxnSp>
        <p:sp>
          <p:nvSpPr>
            <p:cNvPr id="367" name="Google Shape;367;p36"/>
            <p:cNvSpPr/>
            <p:nvPr/>
          </p:nvSpPr>
          <p:spPr>
            <a:xfrm>
              <a:off x="1239825" y="5715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71" name="Shape 371"/>
        <p:cNvGrpSpPr/>
        <p:nvPr/>
      </p:nvGrpSpPr>
      <p:grpSpPr>
        <a:xfrm>
          <a:off x="0" y="0"/>
          <a:ext cx="0" cy="0"/>
          <a:chOff x="0" y="0"/>
          <a:chExt cx="0" cy="0"/>
        </a:xfrm>
      </p:grpSpPr>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72" name="Shape 372"/>
        <p:cNvGrpSpPr/>
        <p:nvPr/>
      </p:nvGrpSpPr>
      <p:grpSpPr>
        <a:xfrm>
          <a:off x="0" y="0"/>
          <a:ext cx="0" cy="0"/>
          <a:chOff x="0" y="0"/>
          <a:chExt cx="0" cy="0"/>
        </a:xfrm>
      </p:grpSpPr>
      <p:sp>
        <p:nvSpPr>
          <p:cNvPr id="373" name="Google Shape;373;p3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36" Type="http://schemas.openxmlformats.org/officeDocument/2006/relationships/theme" Target="../theme/theme3.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slideLayout" Target="../slideLayouts/slideLayout37.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500"/>
              <a:buFont typeface="Noto Serif Ethiopic"/>
              <a:buNone/>
              <a:defRPr sz="3500">
                <a:solidFill>
                  <a:schemeClr val="dk1"/>
                </a:solidFill>
                <a:latin typeface="Noto Serif Ethiopic"/>
                <a:ea typeface="Noto Serif Ethiopic"/>
                <a:cs typeface="Noto Serif Ethiopic"/>
                <a:sym typeface="Noto Serif Ethiopic"/>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dk1"/>
              </a:buClr>
              <a:buSzPts val="1200"/>
              <a:buFont typeface="Akatab"/>
              <a:buChar char="●"/>
              <a:defRPr sz="1200">
                <a:solidFill>
                  <a:schemeClr val="dk1"/>
                </a:solidFill>
                <a:latin typeface="Akatab"/>
                <a:ea typeface="Akatab"/>
                <a:cs typeface="Akatab"/>
                <a:sym typeface="Akatab"/>
              </a:defRPr>
            </a:lvl1pPr>
            <a:lvl2pPr indent="-304800" lvl="1" marL="914400" rtl="0">
              <a:lnSpc>
                <a:spcPct val="100000"/>
              </a:lnSpc>
              <a:spcBef>
                <a:spcPts val="1600"/>
              </a:spcBef>
              <a:spcAft>
                <a:spcPts val="0"/>
              </a:spcAft>
              <a:buClr>
                <a:schemeClr val="dk1"/>
              </a:buClr>
              <a:buSzPts val="1200"/>
              <a:buFont typeface="Akatab"/>
              <a:buChar char="○"/>
              <a:defRPr sz="1200">
                <a:solidFill>
                  <a:schemeClr val="dk1"/>
                </a:solidFill>
                <a:latin typeface="Akatab"/>
                <a:ea typeface="Akatab"/>
                <a:cs typeface="Akatab"/>
                <a:sym typeface="Akatab"/>
              </a:defRPr>
            </a:lvl2pPr>
            <a:lvl3pPr indent="-304800" lvl="2" marL="1371600" rtl="0">
              <a:lnSpc>
                <a:spcPct val="100000"/>
              </a:lnSpc>
              <a:spcBef>
                <a:spcPts val="1600"/>
              </a:spcBef>
              <a:spcAft>
                <a:spcPts val="0"/>
              </a:spcAft>
              <a:buClr>
                <a:schemeClr val="dk1"/>
              </a:buClr>
              <a:buSzPts val="1200"/>
              <a:buFont typeface="Akatab"/>
              <a:buChar char="■"/>
              <a:defRPr sz="1200">
                <a:solidFill>
                  <a:schemeClr val="dk1"/>
                </a:solidFill>
                <a:latin typeface="Akatab"/>
                <a:ea typeface="Akatab"/>
                <a:cs typeface="Akatab"/>
                <a:sym typeface="Akatab"/>
              </a:defRPr>
            </a:lvl3pPr>
            <a:lvl4pPr indent="-304800" lvl="3" marL="1828800" rtl="0">
              <a:lnSpc>
                <a:spcPct val="100000"/>
              </a:lnSpc>
              <a:spcBef>
                <a:spcPts val="1600"/>
              </a:spcBef>
              <a:spcAft>
                <a:spcPts val="0"/>
              </a:spcAft>
              <a:buClr>
                <a:schemeClr val="dk1"/>
              </a:buClr>
              <a:buSzPts val="1200"/>
              <a:buFont typeface="Akatab"/>
              <a:buChar char="●"/>
              <a:defRPr sz="1200">
                <a:solidFill>
                  <a:schemeClr val="dk1"/>
                </a:solidFill>
                <a:latin typeface="Akatab"/>
                <a:ea typeface="Akatab"/>
                <a:cs typeface="Akatab"/>
                <a:sym typeface="Akatab"/>
              </a:defRPr>
            </a:lvl4pPr>
            <a:lvl5pPr indent="-304800" lvl="4" marL="2286000" rtl="0">
              <a:lnSpc>
                <a:spcPct val="100000"/>
              </a:lnSpc>
              <a:spcBef>
                <a:spcPts val="1600"/>
              </a:spcBef>
              <a:spcAft>
                <a:spcPts val="0"/>
              </a:spcAft>
              <a:buClr>
                <a:schemeClr val="dk1"/>
              </a:buClr>
              <a:buSzPts val="1200"/>
              <a:buFont typeface="Akatab"/>
              <a:buChar char="○"/>
              <a:defRPr sz="1200">
                <a:solidFill>
                  <a:schemeClr val="dk1"/>
                </a:solidFill>
                <a:latin typeface="Akatab"/>
                <a:ea typeface="Akatab"/>
                <a:cs typeface="Akatab"/>
                <a:sym typeface="Akatab"/>
              </a:defRPr>
            </a:lvl5pPr>
            <a:lvl6pPr indent="-304800" lvl="5" marL="2743200" rtl="0">
              <a:lnSpc>
                <a:spcPct val="100000"/>
              </a:lnSpc>
              <a:spcBef>
                <a:spcPts val="1600"/>
              </a:spcBef>
              <a:spcAft>
                <a:spcPts val="0"/>
              </a:spcAft>
              <a:buClr>
                <a:schemeClr val="dk1"/>
              </a:buClr>
              <a:buSzPts val="1200"/>
              <a:buFont typeface="Akatab"/>
              <a:buChar char="■"/>
              <a:defRPr sz="1200">
                <a:solidFill>
                  <a:schemeClr val="dk1"/>
                </a:solidFill>
                <a:latin typeface="Akatab"/>
                <a:ea typeface="Akatab"/>
                <a:cs typeface="Akatab"/>
                <a:sym typeface="Akatab"/>
              </a:defRPr>
            </a:lvl6pPr>
            <a:lvl7pPr indent="-304800" lvl="6" marL="3200400" rtl="0">
              <a:lnSpc>
                <a:spcPct val="100000"/>
              </a:lnSpc>
              <a:spcBef>
                <a:spcPts val="1600"/>
              </a:spcBef>
              <a:spcAft>
                <a:spcPts val="0"/>
              </a:spcAft>
              <a:buClr>
                <a:schemeClr val="dk1"/>
              </a:buClr>
              <a:buSzPts val="1200"/>
              <a:buFont typeface="Akatab"/>
              <a:buChar char="●"/>
              <a:defRPr sz="1200">
                <a:solidFill>
                  <a:schemeClr val="dk1"/>
                </a:solidFill>
                <a:latin typeface="Akatab"/>
                <a:ea typeface="Akatab"/>
                <a:cs typeface="Akatab"/>
                <a:sym typeface="Akatab"/>
              </a:defRPr>
            </a:lvl7pPr>
            <a:lvl8pPr indent="-304800" lvl="7" marL="3657600" rtl="0">
              <a:lnSpc>
                <a:spcPct val="100000"/>
              </a:lnSpc>
              <a:spcBef>
                <a:spcPts val="1600"/>
              </a:spcBef>
              <a:spcAft>
                <a:spcPts val="0"/>
              </a:spcAft>
              <a:buClr>
                <a:schemeClr val="dk1"/>
              </a:buClr>
              <a:buSzPts val="1200"/>
              <a:buFont typeface="Akatab"/>
              <a:buChar char="○"/>
              <a:defRPr sz="1200">
                <a:solidFill>
                  <a:schemeClr val="dk1"/>
                </a:solidFill>
                <a:latin typeface="Akatab"/>
                <a:ea typeface="Akatab"/>
                <a:cs typeface="Akatab"/>
                <a:sym typeface="Akatab"/>
              </a:defRPr>
            </a:lvl8pPr>
            <a:lvl9pPr indent="-304800" lvl="8" marL="4114800" rtl="0">
              <a:lnSpc>
                <a:spcPct val="100000"/>
              </a:lnSpc>
              <a:spcBef>
                <a:spcPts val="1600"/>
              </a:spcBef>
              <a:spcAft>
                <a:spcPts val="1600"/>
              </a:spcAft>
              <a:buClr>
                <a:schemeClr val="dk1"/>
              </a:buClr>
              <a:buSzPts val="1200"/>
              <a:buFont typeface="Akatab"/>
              <a:buChar char="■"/>
              <a:defRPr sz="1200">
                <a:solidFill>
                  <a:schemeClr val="dk1"/>
                </a:solidFill>
                <a:latin typeface="Akatab"/>
                <a:ea typeface="Akatab"/>
                <a:cs typeface="Akatab"/>
                <a:sym typeface="Akatab"/>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68" name="Shape 368"/>
        <p:cNvGrpSpPr/>
        <p:nvPr/>
      </p:nvGrpSpPr>
      <p:grpSpPr>
        <a:xfrm>
          <a:off x="0" y="0"/>
          <a:ext cx="0" cy="0"/>
          <a:chOff x="0" y="0"/>
          <a:chExt cx="0" cy="0"/>
        </a:xfrm>
      </p:grpSpPr>
      <p:sp>
        <p:nvSpPr>
          <p:cNvPr id="369" name="Google Shape;369;p3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70" name="Google Shape;370;p3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3" r:id="rId1"/>
    <p:sldLayoutId id="2147483684"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8.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40.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2.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xml"/><Relationship Id="rId3" Type="http://schemas.openxmlformats.org/officeDocument/2006/relationships/image" Target="../media/image10.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1.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 Id="rId3" Type="http://schemas.openxmlformats.org/officeDocument/2006/relationships/image" Target="../media/image12.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 Id="rId3" Type="http://schemas.openxmlformats.org/officeDocument/2006/relationships/image" Target="../media/image1.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 Id="rId3" Type="http://schemas.openxmlformats.org/officeDocument/2006/relationships/image" Target="../media/image2.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 Id="rId3" Type="http://schemas.openxmlformats.org/officeDocument/2006/relationships/image" Target="../media/image8.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2DK4TVSU4guZFyx4uRAR7-ey164dlWf-wGLkI8wSojQ/copy" TargetMode="External"/><Relationship Id="rId5" Type="http://schemas.openxmlformats.org/officeDocument/2006/relationships/image" Target="../media/image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 Id="rId3" Type="http://schemas.openxmlformats.org/officeDocument/2006/relationships/image" Target="../media/image14.jpg"/><Relationship Id="rId4" Type="http://schemas.openxmlformats.org/officeDocument/2006/relationships/image" Target="../media/image13.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 Id="rId3" Type="http://schemas.openxmlformats.org/officeDocument/2006/relationships/hyperlink" Target="https://www.freepik.com/free-vector/geometric-shapes-flat-background_6209880.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7.xml"/><Relationship Id="rId3" Type="http://schemas.openxmlformats.org/officeDocument/2006/relationships/hyperlink" Target="https://www.freepik.com/free-photo/business-owner-working-their-strategy_21796226.htm/?utm_source=slidesgo_template&amp;utm_medium=referral-link&amp;utm_campaign=sg_resources&amp;utm_content=freepik" TargetMode="External"/><Relationship Id="rId4" Type="http://schemas.openxmlformats.org/officeDocument/2006/relationships/hyperlink" Target="https://www.freepik.com/free-photo/business-owner-working-their-strategy_21796226.htm/?utm_source=slidesgo_template&amp;utm_medium=referral-link&amp;utm_campaign=sg_resources&amp;utm_content=freepik" TargetMode="External"/><Relationship Id="rId5" Type="http://schemas.openxmlformats.org/officeDocument/2006/relationships/hyperlink" Target="https://www.freepik.com/free-photo/top-view-people-working-with-laptops_32987896.htm/?utm_source=slidesgo_template&amp;utm_medium=referral-link&amp;utm_campaign=sg_resources&amp;utm_content=freepik" TargetMode="External"/><Relationship Id="rId6" Type="http://schemas.openxmlformats.org/officeDocument/2006/relationships/hyperlink" Target="https://www.freepik.com/free-photo/male-female-colleagues-standing-by-window-looking-business-graphs-it_5839000.htm/?utm_source=slidesgo_template&amp;utm_medium=referral-link&amp;utm_campaign=sg_resources&amp;utm_content=freepik" TargetMode="External"/><Relationship Id="rId7" Type="http://schemas.openxmlformats.org/officeDocument/2006/relationships/hyperlink" Target="https://www.freepik.com/free-photo/corporate-employee-posing-office_11762370.htm/?utm_source=slidesgo_template&amp;utm_medium=referral-link&amp;utm_campaign=sg_resources&amp;utm_content=freepik" TargetMode="External"/><Relationship Id="rId8" Type="http://schemas.openxmlformats.org/officeDocument/2006/relationships/hyperlink" Target="https://www.freepik.com/free-photo/smiley-man-holding-project-documents_11043370.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0.xml"/><Relationship Id="rId3" Type="http://schemas.openxmlformats.org/officeDocument/2006/relationships/hyperlink" Target="https://fonts.google.com/noto/specimen/Noto+Serif+Ethiopic" TargetMode="External"/><Relationship Id="rId4" Type="http://schemas.openxmlformats.org/officeDocument/2006/relationships/hyperlink" Target="https://fonts.google.com/specimen/Akatab"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9.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4.png"/><Relationship Id="rId14" Type="http://schemas.openxmlformats.org/officeDocument/2006/relationships/image" Target="../media/image7.png"/><Relationship Id="rId17" Type="http://schemas.openxmlformats.org/officeDocument/2006/relationships/image" Target="../media/image6.png"/><Relationship Id="rId16"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 name="Shape 377"/>
        <p:cNvGrpSpPr/>
        <p:nvPr/>
      </p:nvGrpSpPr>
      <p:grpSpPr>
        <a:xfrm>
          <a:off x="0" y="0"/>
          <a:ext cx="0" cy="0"/>
          <a:chOff x="0" y="0"/>
          <a:chExt cx="0" cy="0"/>
        </a:xfrm>
      </p:grpSpPr>
      <p:sp>
        <p:nvSpPr>
          <p:cNvPr id="378" name="Google Shape;378;p40"/>
          <p:cNvSpPr txBox="1"/>
          <p:nvPr>
            <p:ph type="ctrTitle"/>
          </p:nvPr>
        </p:nvSpPr>
        <p:spPr>
          <a:xfrm>
            <a:off x="1251700" y="1050088"/>
            <a:ext cx="4890300" cy="199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Executive Summary of Marketing Plan</a:t>
            </a:r>
            <a:endParaRPr/>
          </a:p>
        </p:txBody>
      </p:sp>
      <p:sp>
        <p:nvSpPr>
          <p:cNvPr id="379" name="Google Shape;379;p40"/>
          <p:cNvSpPr txBox="1"/>
          <p:nvPr>
            <p:ph idx="1" type="subTitle"/>
          </p:nvPr>
        </p:nvSpPr>
        <p:spPr>
          <a:xfrm>
            <a:off x="1251700" y="3040063"/>
            <a:ext cx="4890300" cy="40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katab"/>
                <a:ea typeface="Akatab"/>
                <a:cs typeface="Akatab"/>
                <a:sym typeface="Akatab"/>
              </a:rPr>
              <a:t>Here is where your presentation begins</a:t>
            </a:r>
            <a:endParaRPr>
              <a:latin typeface="Akatab"/>
              <a:ea typeface="Akatab"/>
              <a:cs typeface="Akatab"/>
              <a:sym typeface="Akatab"/>
            </a:endParaRPr>
          </a:p>
        </p:txBody>
      </p:sp>
      <p:grpSp>
        <p:nvGrpSpPr>
          <p:cNvPr id="380" name="Google Shape;380;p40"/>
          <p:cNvGrpSpPr/>
          <p:nvPr/>
        </p:nvGrpSpPr>
        <p:grpSpPr>
          <a:xfrm rot="10800000">
            <a:off x="597150" y="4546275"/>
            <a:ext cx="8385900" cy="90900"/>
            <a:chOff x="160950" y="480600"/>
            <a:chExt cx="8385900" cy="90900"/>
          </a:xfrm>
        </p:grpSpPr>
        <p:cxnSp>
          <p:nvCxnSpPr>
            <p:cNvPr id="381" name="Google Shape;381;p40"/>
            <p:cNvCxnSpPr/>
            <p:nvPr/>
          </p:nvCxnSpPr>
          <p:spPr>
            <a:xfrm>
              <a:off x="160950" y="571500"/>
              <a:ext cx="8385900" cy="0"/>
            </a:xfrm>
            <a:prstGeom prst="straightConnector1">
              <a:avLst/>
            </a:prstGeom>
            <a:noFill/>
            <a:ln cap="flat" cmpd="sng" w="9525">
              <a:solidFill>
                <a:schemeClr val="dk1"/>
              </a:solidFill>
              <a:prstDash val="solid"/>
              <a:round/>
              <a:headEnd len="med" w="med" type="none"/>
              <a:tailEnd len="med" w="med" type="none"/>
            </a:ln>
          </p:spPr>
        </p:cxnSp>
        <p:sp>
          <p:nvSpPr>
            <p:cNvPr id="382" name="Google Shape;382;p40"/>
            <p:cNvSpPr/>
            <p:nvPr/>
          </p:nvSpPr>
          <p:spPr>
            <a:xfrm>
              <a:off x="8041650" y="48060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 name="Google Shape;383;p40"/>
          <p:cNvGrpSpPr/>
          <p:nvPr/>
        </p:nvGrpSpPr>
        <p:grpSpPr>
          <a:xfrm>
            <a:off x="7952125" y="1292300"/>
            <a:ext cx="90900" cy="3705900"/>
            <a:chOff x="7952125" y="1292300"/>
            <a:chExt cx="90900" cy="3705900"/>
          </a:xfrm>
        </p:grpSpPr>
        <p:sp>
          <p:nvSpPr>
            <p:cNvPr id="384" name="Google Shape;384;p40"/>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5" name="Google Shape;385;p40"/>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 name="Shape 389"/>
        <p:cNvGrpSpPr/>
        <p:nvPr/>
      </p:nvGrpSpPr>
      <p:grpSpPr>
        <a:xfrm>
          <a:off x="0" y="0"/>
          <a:ext cx="0" cy="0"/>
          <a:chOff x="0" y="0"/>
          <a:chExt cx="0" cy="0"/>
        </a:xfrm>
      </p:grpSpPr>
      <p:sp>
        <p:nvSpPr>
          <p:cNvPr id="390" name="Google Shape;390;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391" name="Google Shape;391;p41"/>
          <p:cNvSpPr txBox="1"/>
          <p:nvPr>
            <p:ph idx="1" type="body"/>
          </p:nvPr>
        </p:nvSpPr>
        <p:spPr>
          <a:xfrm>
            <a:off x="720000" y="1152475"/>
            <a:ext cx="7704000" cy="34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392" name="Google Shape;392;p41"/>
          <p:cNvGraphicFramePr/>
          <p:nvPr/>
        </p:nvGraphicFramePr>
        <p:xfrm>
          <a:off x="907200" y="1634025"/>
          <a:ext cx="3000000" cy="3000000"/>
        </p:xfrm>
        <a:graphic>
          <a:graphicData uri="http://schemas.openxmlformats.org/drawingml/2006/table">
            <a:tbl>
              <a:tblPr>
                <a:noFill/>
                <a:tableStyleId>{00301EAE-386E-4677-8F6F-EA3DAD3813A2}</a:tableStyleId>
              </a:tblPr>
              <a:tblGrid>
                <a:gridCol w="2316000"/>
                <a:gridCol w="5013600"/>
              </a:tblGrid>
              <a:tr h="361525">
                <a:tc>
                  <a:txBody>
                    <a:bodyPr/>
                    <a:lstStyle/>
                    <a:p>
                      <a:pPr indent="0" lvl="0" marL="0" rtl="0" algn="l">
                        <a:spcBef>
                          <a:spcPts val="0"/>
                        </a:spcBef>
                        <a:spcAft>
                          <a:spcPts val="0"/>
                        </a:spcAft>
                        <a:buNone/>
                      </a:pPr>
                      <a:r>
                        <a:rPr b="1" lang="en" sz="1000" u="sng">
                          <a:solidFill>
                            <a:schemeClr val="dk1"/>
                          </a:solidFill>
                          <a:latin typeface="Noto Serif Ethiopic"/>
                          <a:ea typeface="Noto Serif Ethiopic"/>
                          <a:cs typeface="Noto Serif Ethiopic"/>
                          <a:sym typeface="Noto Serif Ethiopic"/>
                          <a:hlinkClick action="ppaction://hlinksldjump" r:id="rId3">
                            <a:extLst>
                              <a:ext uri="{A12FA001-AC4F-418D-AE19-62706E023703}">
                                <ahyp:hlinkClr val="tx"/>
                              </a:ext>
                            </a:extLst>
                          </a:hlinkClick>
                        </a:rPr>
                        <a:t>Fonts</a:t>
                      </a:r>
                      <a:endParaRPr b="1" sz="1000" u="sng">
                        <a:solidFill>
                          <a:schemeClr val="dk1"/>
                        </a:solidFill>
                        <a:latin typeface="Noto Serif Ethiopic"/>
                        <a:ea typeface="Noto Serif Ethiopic"/>
                        <a:cs typeface="Noto Serif Ethiopic"/>
                        <a:sym typeface="Noto Serif Ethiopic"/>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Akatab"/>
                          <a:ea typeface="Akatab"/>
                          <a:cs typeface="Akatab"/>
                          <a:sym typeface="Akatab"/>
                        </a:rPr>
                        <a:t>To view this template correctly in PowerPoint, download and install the fonts we used</a:t>
                      </a:r>
                      <a:endParaRPr sz="900">
                        <a:solidFill>
                          <a:schemeClr val="dk1"/>
                        </a:solidFill>
                        <a:latin typeface="Akatab"/>
                        <a:ea typeface="Akatab"/>
                        <a:cs typeface="Akatab"/>
                        <a:sym typeface="Akatab"/>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Noto Serif Ethiopic"/>
                          <a:ea typeface="Noto Serif Ethiopic"/>
                          <a:cs typeface="Noto Serif Ethiopic"/>
                          <a:sym typeface="Noto Serif Ethiopic"/>
                          <a:hlinkClick action="ppaction://hlinksldjump" r:id="rId4">
                            <a:extLst>
                              <a:ext uri="{A12FA001-AC4F-418D-AE19-62706E023703}">
                                <ahyp:hlinkClr val="tx"/>
                              </a:ext>
                            </a:extLst>
                          </a:hlinkClick>
                        </a:rPr>
                        <a:t>Used</a:t>
                      </a:r>
                      <a:r>
                        <a:rPr b="1" lang="en" sz="1000">
                          <a:solidFill>
                            <a:schemeClr val="dk1"/>
                          </a:solidFill>
                          <a:latin typeface="Noto Serif Ethiopic"/>
                          <a:ea typeface="Noto Serif Ethiopic"/>
                          <a:cs typeface="Noto Serif Ethiopic"/>
                          <a:sym typeface="Noto Serif Ethiopic"/>
                        </a:rPr>
                        <a:t> and </a:t>
                      </a:r>
                      <a:r>
                        <a:rPr b="1" lang="en" sz="1000" u="sng">
                          <a:solidFill>
                            <a:schemeClr val="dk1"/>
                          </a:solidFill>
                          <a:latin typeface="Noto Serif Ethiopic"/>
                          <a:ea typeface="Noto Serif Ethiopic"/>
                          <a:cs typeface="Noto Serif Ethiopic"/>
                          <a:sym typeface="Noto Serif Ethiopic"/>
                          <a:hlinkClick action="ppaction://hlinksldjump" r:id="rId5">
                            <a:extLst>
                              <a:ext uri="{A12FA001-AC4F-418D-AE19-62706E023703}">
                                <ahyp:hlinkClr val="tx"/>
                              </a:ext>
                            </a:extLst>
                          </a:hlinkClick>
                        </a:rPr>
                        <a:t>alternative</a:t>
                      </a:r>
                      <a:r>
                        <a:rPr b="1" lang="en" sz="1000" u="sng">
                          <a:solidFill>
                            <a:schemeClr val="dk1"/>
                          </a:solidFill>
                          <a:latin typeface="Noto Serif Ethiopic"/>
                          <a:ea typeface="Noto Serif Ethiopic"/>
                          <a:cs typeface="Noto Serif Ethiopic"/>
                          <a:sym typeface="Noto Serif Ethiopic"/>
                          <a:hlinkClick action="ppaction://hlinksldjump" r:id="rId6">
                            <a:extLst>
                              <a:ext uri="{A12FA001-AC4F-418D-AE19-62706E023703}">
                                <ahyp:hlinkClr val="tx"/>
                              </a:ext>
                            </a:extLst>
                          </a:hlinkClick>
                        </a:rPr>
                        <a:t> resources</a:t>
                      </a:r>
                      <a:endParaRPr b="1" sz="1000" u="sng">
                        <a:solidFill>
                          <a:schemeClr val="dk1"/>
                        </a:solidFill>
                        <a:latin typeface="Noto Serif Ethiopic"/>
                        <a:ea typeface="Noto Serif Ethiopic"/>
                        <a:cs typeface="Noto Serif Ethiopic"/>
                        <a:sym typeface="Noto Serif Ethiopic"/>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900">
                          <a:solidFill>
                            <a:schemeClr val="dk1"/>
                          </a:solidFill>
                          <a:latin typeface="Akatab"/>
                          <a:ea typeface="Akatab"/>
                          <a:cs typeface="Akatab"/>
                          <a:sym typeface="Akatab"/>
                        </a:rPr>
                        <a:t>An assortment of graphic resources that are suitable for use in this presentation</a:t>
                      </a:r>
                      <a:endParaRPr sz="900">
                        <a:solidFill>
                          <a:schemeClr val="dk1"/>
                        </a:solidFill>
                        <a:latin typeface="Akatab"/>
                        <a:ea typeface="Akatab"/>
                        <a:cs typeface="Akatab"/>
                        <a:sym typeface="Akatab"/>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Noto Serif Ethiopic"/>
                          <a:ea typeface="Noto Serif Ethiopic"/>
                          <a:cs typeface="Noto Serif Ethiopic"/>
                          <a:sym typeface="Noto Serif Ethiopic"/>
                          <a:hlinkClick action="ppaction://hlinksldjump" r:id="rId7">
                            <a:extLst>
                              <a:ext uri="{A12FA001-AC4F-418D-AE19-62706E023703}">
                                <ahyp:hlinkClr val="tx"/>
                              </a:ext>
                            </a:extLst>
                          </a:hlinkClick>
                        </a:rPr>
                        <a:t>Thanks slide</a:t>
                      </a:r>
                      <a:endParaRPr b="1" sz="1000" u="sng">
                        <a:solidFill>
                          <a:schemeClr val="dk1"/>
                        </a:solidFill>
                        <a:latin typeface="Noto Serif Ethiopic"/>
                        <a:ea typeface="Noto Serif Ethiopic"/>
                        <a:cs typeface="Noto Serif Ethiopic"/>
                        <a:sym typeface="Noto Serif Ethiopic"/>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Akatab"/>
                          <a:ea typeface="Akatab"/>
                          <a:cs typeface="Akatab"/>
                          <a:sym typeface="Akatab"/>
                        </a:rPr>
                        <a:t>You must keep it so that proper credits for our design are given</a:t>
                      </a:r>
                      <a:endParaRPr sz="900">
                        <a:solidFill>
                          <a:schemeClr val="dk1"/>
                        </a:solidFill>
                        <a:latin typeface="Akatab"/>
                        <a:ea typeface="Akatab"/>
                        <a:cs typeface="Akatab"/>
                        <a:sym typeface="Akatab"/>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Noto Serif Ethiopic"/>
                          <a:ea typeface="Noto Serif Ethiopic"/>
                          <a:cs typeface="Noto Serif Ethiopic"/>
                          <a:sym typeface="Noto Serif Ethiopic"/>
                          <a:hlinkClick action="ppaction://hlinksldjump" r:id="rId8">
                            <a:extLst>
                              <a:ext uri="{A12FA001-AC4F-418D-AE19-62706E023703}">
                                <ahyp:hlinkClr val="tx"/>
                              </a:ext>
                            </a:extLst>
                          </a:hlinkClick>
                        </a:rPr>
                        <a:t>Colors</a:t>
                      </a:r>
                      <a:endParaRPr b="1" sz="1000" u="sng">
                        <a:solidFill>
                          <a:schemeClr val="dk1"/>
                        </a:solidFill>
                        <a:latin typeface="Noto Serif Ethiopic"/>
                        <a:ea typeface="Noto Serif Ethiopic"/>
                        <a:cs typeface="Noto Serif Ethiopic"/>
                        <a:sym typeface="Noto Serif Ethiopic"/>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Akatab"/>
                          <a:ea typeface="Akatab"/>
                          <a:cs typeface="Akatab"/>
                          <a:sym typeface="Akatab"/>
                        </a:rPr>
                        <a:t>All the colors used in this presentation</a:t>
                      </a:r>
                      <a:endParaRPr sz="900">
                        <a:solidFill>
                          <a:schemeClr val="dk1"/>
                        </a:solidFill>
                        <a:latin typeface="Akatab"/>
                        <a:ea typeface="Akatab"/>
                        <a:cs typeface="Akatab"/>
                        <a:sym typeface="Akatab"/>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Noto Serif Ethiopic"/>
                          <a:ea typeface="Noto Serif Ethiopic"/>
                          <a:cs typeface="Noto Serif Ethiopic"/>
                          <a:sym typeface="Noto Serif Ethiopic"/>
                          <a:hlinkClick action="ppaction://hlinksldjump" r:id="rId9">
                            <a:extLst>
                              <a:ext uri="{A12FA001-AC4F-418D-AE19-62706E023703}">
                                <ahyp:hlinkClr val="tx"/>
                              </a:ext>
                            </a:extLst>
                          </a:hlinkClick>
                        </a:rPr>
                        <a:t>Icons</a:t>
                      </a:r>
                      <a:r>
                        <a:rPr b="1" lang="en" sz="1000">
                          <a:solidFill>
                            <a:schemeClr val="dk1"/>
                          </a:solidFill>
                          <a:latin typeface="Noto Serif Ethiopic"/>
                          <a:ea typeface="Noto Serif Ethiopic"/>
                          <a:cs typeface="Noto Serif Ethiopic"/>
                          <a:sym typeface="Noto Serif Ethiopic"/>
                        </a:rPr>
                        <a:t> and </a:t>
                      </a:r>
                      <a:r>
                        <a:rPr b="1" lang="en" sz="1000" u="sng">
                          <a:solidFill>
                            <a:schemeClr val="dk1"/>
                          </a:solidFill>
                          <a:latin typeface="Noto Serif Ethiopic"/>
                          <a:ea typeface="Noto Serif Ethiopic"/>
                          <a:cs typeface="Noto Serif Ethiopic"/>
                          <a:sym typeface="Noto Serif Ethiopic"/>
                          <a:hlinkClick action="ppaction://hlinksldjump" r:id="rId10">
                            <a:extLst>
                              <a:ext uri="{A12FA001-AC4F-418D-AE19-62706E023703}">
                                <ahyp:hlinkClr val="tx"/>
                              </a:ext>
                            </a:extLst>
                          </a:hlinkClick>
                        </a:rPr>
                        <a:t>infographic resources</a:t>
                      </a:r>
                      <a:endParaRPr b="1" sz="1000" u="sng">
                        <a:solidFill>
                          <a:schemeClr val="dk1"/>
                        </a:solidFill>
                        <a:latin typeface="Noto Serif Ethiopic"/>
                        <a:ea typeface="Noto Serif Ethiopic"/>
                        <a:cs typeface="Noto Serif Ethiopic"/>
                        <a:sym typeface="Noto Serif Ethiopic"/>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900">
                          <a:solidFill>
                            <a:schemeClr val="dk1"/>
                          </a:solidFill>
                          <a:latin typeface="Akatab"/>
                          <a:ea typeface="Akatab"/>
                          <a:cs typeface="Akatab"/>
                          <a:sym typeface="Akatab"/>
                        </a:rPr>
                        <a:t>These can be used in the template, and their size and color can be edited</a:t>
                      </a:r>
                      <a:endParaRPr sz="900">
                        <a:solidFill>
                          <a:schemeClr val="dk1"/>
                        </a:solidFill>
                        <a:latin typeface="Akatab"/>
                        <a:ea typeface="Akatab"/>
                        <a:cs typeface="Akatab"/>
                        <a:sym typeface="Akatab"/>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Noto Serif Ethiopic"/>
                          <a:ea typeface="Noto Serif Ethiopic"/>
                          <a:cs typeface="Noto Serif Ethiopic"/>
                          <a:sym typeface="Noto Serif Ethiopic"/>
                        </a:rPr>
                        <a:t>Editable presentation theme </a:t>
                      </a:r>
                      <a:endParaRPr b="1" sz="1000">
                        <a:solidFill>
                          <a:schemeClr val="dk1"/>
                        </a:solidFill>
                        <a:latin typeface="Noto Serif Ethiopic"/>
                        <a:ea typeface="Noto Serif Ethiopic"/>
                        <a:cs typeface="Noto Serif Ethiopic"/>
                        <a:sym typeface="Noto Serif Ethiopic"/>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Akatab"/>
                          <a:ea typeface="Akatab"/>
                          <a:cs typeface="Akatab"/>
                          <a:sym typeface="Akatab"/>
                        </a:rPr>
                        <a:t>You can edit the master slides easily. For more info, click </a:t>
                      </a:r>
                      <a:r>
                        <a:rPr lang="en" sz="900" u="sng">
                          <a:solidFill>
                            <a:schemeClr val="dk1"/>
                          </a:solidFill>
                          <a:latin typeface="Akatab"/>
                          <a:ea typeface="Akatab"/>
                          <a:cs typeface="Akatab"/>
                          <a:sym typeface="Akatab"/>
                          <a:hlinkClick r:id="rId11">
                            <a:extLst>
                              <a:ext uri="{A12FA001-AC4F-418D-AE19-62706E023703}">
                                <ahyp:hlinkClr val="tx"/>
                              </a:ext>
                            </a:extLst>
                          </a:hlinkClick>
                        </a:rPr>
                        <a:t>here</a:t>
                      </a:r>
                      <a:endParaRPr sz="900">
                        <a:solidFill>
                          <a:schemeClr val="dk1"/>
                        </a:solidFill>
                        <a:latin typeface="Akatab"/>
                        <a:ea typeface="Akatab"/>
                        <a:cs typeface="Akatab"/>
                        <a:sym typeface="Akatab"/>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393" name="Google Shape;393;p41"/>
          <p:cNvSpPr txBox="1"/>
          <p:nvPr/>
        </p:nvSpPr>
        <p:spPr>
          <a:xfrm>
            <a:off x="1650144" y="4133675"/>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katab"/>
                <a:ea typeface="Akatab"/>
                <a:cs typeface="Akatab"/>
                <a:sym typeface="Akatab"/>
              </a:rPr>
              <a:t>For more info:</a:t>
            </a:r>
            <a:br>
              <a:rPr b="1" lang="en" sz="1000">
                <a:solidFill>
                  <a:schemeClr val="dk1"/>
                </a:solidFill>
                <a:latin typeface="Akatab"/>
                <a:ea typeface="Akatab"/>
                <a:cs typeface="Akatab"/>
                <a:sym typeface="Akatab"/>
              </a:rPr>
            </a:br>
            <a:r>
              <a:rPr b="1" lang="en" sz="1000" u="sng">
                <a:solidFill>
                  <a:schemeClr val="dk1"/>
                </a:solidFill>
                <a:latin typeface="Akatab"/>
                <a:ea typeface="Akatab"/>
                <a:cs typeface="Akatab"/>
                <a:sym typeface="Akatab"/>
                <a:hlinkClick r:id="rId12">
                  <a:extLst>
                    <a:ext uri="{A12FA001-AC4F-418D-AE19-62706E023703}">
                      <ahyp:hlinkClr val="tx"/>
                    </a:ext>
                  </a:extLst>
                </a:hlinkClick>
              </a:rPr>
              <a:t>SLIDESGO</a:t>
            </a:r>
            <a:r>
              <a:rPr b="1" lang="en" sz="1000">
                <a:solidFill>
                  <a:schemeClr val="dk1"/>
                </a:solidFill>
                <a:latin typeface="Akatab"/>
                <a:ea typeface="Akatab"/>
                <a:cs typeface="Akatab"/>
                <a:sym typeface="Akatab"/>
              </a:rPr>
              <a:t> | </a:t>
            </a:r>
            <a:r>
              <a:rPr b="1" lang="en" sz="1000" u="sng">
                <a:solidFill>
                  <a:schemeClr val="dk1"/>
                </a:solidFill>
                <a:latin typeface="Akatab"/>
                <a:ea typeface="Akatab"/>
                <a:cs typeface="Akatab"/>
                <a:sym typeface="Akatab"/>
                <a:hlinkClick r:id="rId13">
                  <a:extLst>
                    <a:ext uri="{A12FA001-AC4F-418D-AE19-62706E023703}">
                      <ahyp:hlinkClr val="tx"/>
                    </a:ext>
                  </a:extLst>
                </a:hlinkClick>
              </a:rPr>
              <a:t>BLOG</a:t>
            </a:r>
            <a:r>
              <a:rPr b="1" lang="en" sz="1000">
                <a:solidFill>
                  <a:schemeClr val="dk1"/>
                </a:solidFill>
                <a:latin typeface="Akatab"/>
                <a:ea typeface="Akatab"/>
                <a:cs typeface="Akatab"/>
                <a:sym typeface="Akatab"/>
              </a:rPr>
              <a:t> | </a:t>
            </a:r>
            <a:r>
              <a:rPr b="1" lang="en" sz="1000" u="sng">
                <a:solidFill>
                  <a:schemeClr val="hlink"/>
                </a:solidFill>
                <a:latin typeface="Akatab"/>
                <a:ea typeface="Akatab"/>
                <a:cs typeface="Akatab"/>
                <a:sym typeface="Akatab"/>
                <a:hlinkClick r:id="rId14"/>
              </a:rPr>
              <a:t>FAQs</a:t>
            </a:r>
            <a:endParaRPr b="1" sz="1000" u="sng">
              <a:solidFill>
                <a:schemeClr val="dk1"/>
              </a:solidFill>
              <a:latin typeface="Akatab"/>
              <a:ea typeface="Akatab"/>
              <a:cs typeface="Akatab"/>
              <a:sym typeface="Akatab"/>
            </a:endParaRPr>
          </a:p>
        </p:txBody>
      </p:sp>
      <p:sp>
        <p:nvSpPr>
          <p:cNvPr id="394" name="Google Shape;394;p41"/>
          <p:cNvSpPr txBox="1"/>
          <p:nvPr/>
        </p:nvSpPr>
        <p:spPr>
          <a:xfrm>
            <a:off x="4245456" y="4133675"/>
            <a:ext cx="3248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katab"/>
                <a:ea typeface="Akatab"/>
                <a:cs typeface="Akatab"/>
                <a:sym typeface="Akatab"/>
              </a:rPr>
              <a:t>You can visit our sister </a:t>
            </a:r>
            <a:r>
              <a:rPr lang="en" sz="1000">
                <a:solidFill>
                  <a:schemeClr val="dk1"/>
                </a:solidFill>
                <a:latin typeface="Akatab"/>
                <a:ea typeface="Akatab"/>
                <a:cs typeface="Akatab"/>
                <a:sym typeface="Akatab"/>
              </a:rPr>
              <a:t>projects</a:t>
            </a:r>
            <a:r>
              <a:rPr lang="en" sz="1000">
                <a:solidFill>
                  <a:schemeClr val="dk1"/>
                </a:solidFill>
                <a:latin typeface="Akatab"/>
                <a:ea typeface="Akatab"/>
                <a:cs typeface="Akatab"/>
                <a:sym typeface="Akatab"/>
              </a:rPr>
              <a:t>:</a:t>
            </a:r>
            <a:br>
              <a:rPr lang="en" sz="1000">
                <a:solidFill>
                  <a:schemeClr val="dk1"/>
                </a:solidFill>
                <a:latin typeface="Akatab"/>
                <a:ea typeface="Akatab"/>
                <a:cs typeface="Akatab"/>
                <a:sym typeface="Akatab"/>
              </a:rPr>
            </a:br>
            <a:r>
              <a:rPr b="1" lang="en" sz="1000" u="sng">
                <a:solidFill>
                  <a:schemeClr val="dk1"/>
                </a:solidFill>
                <a:latin typeface="Akatab"/>
                <a:ea typeface="Akatab"/>
                <a:cs typeface="Akatab"/>
                <a:sym typeface="Akatab"/>
                <a:hlinkClick r:id="rId15">
                  <a:extLst>
                    <a:ext uri="{A12FA001-AC4F-418D-AE19-62706E023703}">
                      <ahyp:hlinkClr val="tx"/>
                    </a:ext>
                  </a:extLst>
                </a:hlinkClick>
              </a:rPr>
              <a:t>FREEPIK</a:t>
            </a:r>
            <a:r>
              <a:rPr b="1" lang="en" sz="1000">
                <a:solidFill>
                  <a:schemeClr val="dk1"/>
                </a:solidFill>
                <a:latin typeface="Akatab"/>
                <a:ea typeface="Akatab"/>
                <a:cs typeface="Akatab"/>
                <a:sym typeface="Akatab"/>
              </a:rPr>
              <a:t> | </a:t>
            </a:r>
            <a:r>
              <a:rPr b="1" lang="en" sz="1000" u="sng">
                <a:solidFill>
                  <a:schemeClr val="dk1"/>
                </a:solidFill>
                <a:latin typeface="Akatab"/>
                <a:ea typeface="Akatab"/>
                <a:cs typeface="Akatab"/>
                <a:sym typeface="Akatab"/>
                <a:hlinkClick r:id="rId16">
                  <a:extLst>
                    <a:ext uri="{A12FA001-AC4F-418D-AE19-62706E023703}">
                      <ahyp:hlinkClr val="tx"/>
                    </a:ext>
                  </a:extLst>
                </a:hlinkClick>
              </a:rPr>
              <a:t>FLATICON</a:t>
            </a:r>
            <a:r>
              <a:rPr b="1" lang="en" sz="1000">
                <a:solidFill>
                  <a:schemeClr val="dk1"/>
                </a:solidFill>
                <a:latin typeface="Akatab"/>
                <a:ea typeface="Akatab"/>
                <a:cs typeface="Akatab"/>
                <a:sym typeface="Akatab"/>
              </a:rPr>
              <a:t> | </a:t>
            </a:r>
            <a:r>
              <a:rPr b="1" lang="en" sz="1000" u="sng">
                <a:solidFill>
                  <a:schemeClr val="dk1"/>
                </a:solidFill>
                <a:latin typeface="Akatab"/>
                <a:ea typeface="Akatab"/>
                <a:cs typeface="Akatab"/>
                <a:sym typeface="Akatab"/>
                <a:hlinkClick r:id="rId17">
                  <a:extLst>
                    <a:ext uri="{A12FA001-AC4F-418D-AE19-62706E023703}">
                      <ahyp:hlinkClr val="tx"/>
                    </a:ext>
                  </a:extLst>
                </a:hlinkClick>
              </a:rPr>
              <a:t>STORYSET</a:t>
            </a:r>
            <a:r>
              <a:rPr b="1" lang="en" sz="1000">
                <a:solidFill>
                  <a:schemeClr val="dk1"/>
                </a:solidFill>
                <a:latin typeface="Akatab"/>
                <a:ea typeface="Akatab"/>
                <a:cs typeface="Akatab"/>
                <a:sym typeface="Akatab"/>
              </a:rPr>
              <a:t> | </a:t>
            </a:r>
            <a:r>
              <a:rPr b="1" lang="en" sz="1000" u="sng">
                <a:solidFill>
                  <a:schemeClr val="dk1"/>
                </a:solidFill>
                <a:latin typeface="Akatab"/>
                <a:ea typeface="Akatab"/>
                <a:cs typeface="Akatab"/>
                <a:sym typeface="Akatab"/>
                <a:hlinkClick r:id="rId18">
                  <a:extLst>
                    <a:ext uri="{A12FA001-AC4F-418D-AE19-62706E023703}">
                      <ahyp:hlinkClr val="tx"/>
                    </a:ext>
                  </a:extLst>
                </a:hlinkClick>
              </a:rPr>
              <a:t>WEPIK</a:t>
            </a:r>
            <a:r>
              <a:rPr b="1" lang="en" sz="1000">
                <a:solidFill>
                  <a:schemeClr val="dk1"/>
                </a:solidFill>
                <a:latin typeface="Akatab"/>
                <a:ea typeface="Akatab"/>
                <a:cs typeface="Akatab"/>
                <a:sym typeface="Akatab"/>
              </a:rPr>
              <a:t> | </a:t>
            </a:r>
            <a:r>
              <a:rPr b="1" lang="en" sz="1000" u="sng">
                <a:solidFill>
                  <a:schemeClr val="dk1"/>
                </a:solidFill>
                <a:latin typeface="Akatab"/>
                <a:ea typeface="Akatab"/>
                <a:cs typeface="Akatab"/>
                <a:sym typeface="Akatab"/>
                <a:hlinkClick r:id="rId19">
                  <a:extLst>
                    <a:ext uri="{A12FA001-AC4F-418D-AE19-62706E023703}">
                      <ahyp:hlinkClr val="tx"/>
                    </a:ext>
                  </a:extLst>
                </a:hlinkClick>
              </a:rPr>
              <a:t>VIDEVO</a:t>
            </a:r>
            <a:endParaRPr b="1" sz="1000">
              <a:solidFill>
                <a:schemeClr val="dk1"/>
              </a:solidFill>
              <a:latin typeface="Akatab"/>
              <a:ea typeface="Akatab"/>
              <a:cs typeface="Akatab"/>
              <a:sym typeface="Akatab"/>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 name="Shape 398"/>
        <p:cNvGrpSpPr/>
        <p:nvPr/>
      </p:nvGrpSpPr>
      <p:grpSpPr>
        <a:xfrm>
          <a:off x="0" y="0"/>
          <a:ext cx="0" cy="0"/>
          <a:chOff x="0" y="0"/>
          <a:chExt cx="0" cy="0"/>
        </a:xfrm>
      </p:grpSpPr>
      <p:sp>
        <p:nvSpPr>
          <p:cNvPr id="399" name="Google Shape;399;p42"/>
          <p:cNvSpPr txBox="1"/>
          <p:nvPr>
            <p:ph idx="14" type="subTitle"/>
          </p:nvPr>
        </p:nvSpPr>
        <p:spPr>
          <a:xfrm>
            <a:off x="715100" y="1590600"/>
            <a:ext cx="2336400" cy="71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400" name="Google Shape;400;p42"/>
          <p:cNvSpPr txBox="1"/>
          <p:nvPr>
            <p:ph type="title"/>
          </p:nvPr>
        </p:nvSpPr>
        <p:spPr>
          <a:xfrm>
            <a:off x="1245650" y="1073400"/>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01" name="Google Shape;401;p42"/>
          <p:cNvSpPr txBox="1"/>
          <p:nvPr>
            <p:ph idx="1" type="subTitle"/>
          </p:nvPr>
        </p:nvSpPr>
        <p:spPr>
          <a:xfrm>
            <a:off x="720000" y="2211355"/>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02" name="Google Shape;402;p42"/>
          <p:cNvSpPr txBox="1"/>
          <p:nvPr>
            <p:ph idx="2" type="title"/>
          </p:nvPr>
        </p:nvSpPr>
        <p:spPr>
          <a:xfrm>
            <a:off x="3931900" y="1073400"/>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03" name="Google Shape;403;p42"/>
          <p:cNvSpPr txBox="1"/>
          <p:nvPr>
            <p:ph idx="3" type="subTitle"/>
          </p:nvPr>
        </p:nvSpPr>
        <p:spPr>
          <a:xfrm>
            <a:off x="3403800" y="2211355"/>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04" name="Google Shape;404;p42"/>
          <p:cNvSpPr txBox="1"/>
          <p:nvPr>
            <p:ph idx="4" type="title"/>
          </p:nvPr>
        </p:nvSpPr>
        <p:spPr>
          <a:xfrm>
            <a:off x="6623050" y="1073400"/>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05" name="Google Shape;405;p42"/>
          <p:cNvSpPr txBox="1"/>
          <p:nvPr>
            <p:ph idx="5" type="subTitle"/>
          </p:nvPr>
        </p:nvSpPr>
        <p:spPr>
          <a:xfrm>
            <a:off x="6087600" y="2211355"/>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06" name="Google Shape;406;p42"/>
          <p:cNvSpPr txBox="1"/>
          <p:nvPr>
            <p:ph idx="6" type="title"/>
          </p:nvPr>
        </p:nvSpPr>
        <p:spPr>
          <a:xfrm>
            <a:off x="2590000" y="2824525"/>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07" name="Google Shape;407;p42"/>
          <p:cNvSpPr txBox="1"/>
          <p:nvPr>
            <p:ph idx="7" type="subTitle"/>
          </p:nvPr>
        </p:nvSpPr>
        <p:spPr>
          <a:xfrm>
            <a:off x="2064350" y="3970706"/>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08" name="Google Shape;408;p42"/>
          <p:cNvSpPr txBox="1"/>
          <p:nvPr>
            <p:ph idx="8" type="title"/>
          </p:nvPr>
        </p:nvSpPr>
        <p:spPr>
          <a:xfrm>
            <a:off x="5276250" y="2824525"/>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409" name="Google Shape;409;p42"/>
          <p:cNvSpPr txBox="1"/>
          <p:nvPr>
            <p:ph idx="9" type="subTitle"/>
          </p:nvPr>
        </p:nvSpPr>
        <p:spPr>
          <a:xfrm>
            <a:off x="4748150" y="3970706"/>
            <a:ext cx="2336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10" name="Google Shape;410;p42"/>
          <p:cNvSpPr txBox="1"/>
          <p:nvPr>
            <p:ph idx="13"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411" name="Google Shape;411;p42"/>
          <p:cNvSpPr txBox="1"/>
          <p:nvPr>
            <p:ph idx="15" type="subTitle"/>
          </p:nvPr>
        </p:nvSpPr>
        <p:spPr>
          <a:xfrm>
            <a:off x="3403800" y="1590600"/>
            <a:ext cx="2336400" cy="71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412" name="Google Shape;412;p42"/>
          <p:cNvSpPr txBox="1"/>
          <p:nvPr>
            <p:ph idx="16" type="subTitle"/>
          </p:nvPr>
        </p:nvSpPr>
        <p:spPr>
          <a:xfrm>
            <a:off x="6092500" y="1590600"/>
            <a:ext cx="2336400" cy="71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413" name="Google Shape;413;p42"/>
          <p:cNvSpPr txBox="1"/>
          <p:nvPr>
            <p:ph idx="17" type="subTitle"/>
          </p:nvPr>
        </p:nvSpPr>
        <p:spPr>
          <a:xfrm>
            <a:off x="2059450" y="3350000"/>
            <a:ext cx="2336400" cy="71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414" name="Google Shape;414;p42"/>
          <p:cNvSpPr txBox="1"/>
          <p:nvPr>
            <p:ph idx="18" type="subTitle"/>
          </p:nvPr>
        </p:nvSpPr>
        <p:spPr>
          <a:xfrm>
            <a:off x="4748150" y="3350000"/>
            <a:ext cx="2336400" cy="71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 name="Shape 418"/>
        <p:cNvGrpSpPr/>
        <p:nvPr/>
      </p:nvGrpSpPr>
      <p:grpSpPr>
        <a:xfrm>
          <a:off x="0" y="0"/>
          <a:ext cx="0" cy="0"/>
          <a:chOff x="0" y="0"/>
          <a:chExt cx="0" cy="0"/>
        </a:xfrm>
      </p:grpSpPr>
      <p:sp>
        <p:nvSpPr>
          <p:cNvPr id="419" name="Google Shape;419;p43"/>
          <p:cNvSpPr txBox="1"/>
          <p:nvPr>
            <p:ph idx="1" type="subTitle"/>
          </p:nvPr>
        </p:nvSpPr>
        <p:spPr>
          <a:xfrm>
            <a:off x="3102200" y="3262669"/>
            <a:ext cx="4661100" cy="618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latin typeface="Akatab"/>
                <a:ea typeface="Akatab"/>
                <a:cs typeface="Akatab"/>
                <a:sym typeface="Akatab"/>
              </a:rPr>
              <a:t>This can be the part of the presentation where you introduce yourself, write your email…</a:t>
            </a:r>
            <a:endParaRPr>
              <a:latin typeface="Akatab"/>
              <a:ea typeface="Akatab"/>
              <a:cs typeface="Akatab"/>
              <a:sym typeface="Akatab"/>
            </a:endParaRPr>
          </a:p>
        </p:txBody>
      </p:sp>
      <p:sp>
        <p:nvSpPr>
          <p:cNvPr id="420" name="Google Shape;420;p43"/>
          <p:cNvSpPr txBox="1"/>
          <p:nvPr>
            <p:ph type="title"/>
          </p:nvPr>
        </p:nvSpPr>
        <p:spPr>
          <a:xfrm>
            <a:off x="3102200" y="2281338"/>
            <a:ext cx="4661100" cy="981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Whoa!</a:t>
            </a:r>
            <a:endParaRPr/>
          </a:p>
        </p:txBody>
      </p:sp>
      <p:grpSp>
        <p:nvGrpSpPr>
          <p:cNvPr id="421" name="Google Shape;421;p43"/>
          <p:cNvGrpSpPr/>
          <p:nvPr/>
        </p:nvGrpSpPr>
        <p:grpSpPr>
          <a:xfrm>
            <a:off x="181160" y="508623"/>
            <a:ext cx="8385900" cy="90900"/>
            <a:chOff x="160950" y="480600"/>
            <a:chExt cx="8385900" cy="90900"/>
          </a:xfrm>
        </p:grpSpPr>
        <p:cxnSp>
          <p:nvCxnSpPr>
            <p:cNvPr id="422" name="Google Shape;422;p43"/>
            <p:cNvCxnSpPr/>
            <p:nvPr/>
          </p:nvCxnSpPr>
          <p:spPr>
            <a:xfrm>
              <a:off x="160950" y="571500"/>
              <a:ext cx="8385900" cy="0"/>
            </a:xfrm>
            <a:prstGeom prst="straightConnector1">
              <a:avLst/>
            </a:prstGeom>
            <a:noFill/>
            <a:ln cap="flat" cmpd="sng" w="9525">
              <a:solidFill>
                <a:schemeClr val="lt1"/>
              </a:solidFill>
              <a:prstDash val="solid"/>
              <a:round/>
              <a:headEnd len="med" w="med" type="none"/>
              <a:tailEnd len="med" w="med" type="none"/>
            </a:ln>
          </p:spPr>
        </p:cxnSp>
        <p:sp>
          <p:nvSpPr>
            <p:cNvPr id="423" name="Google Shape;423;p43"/>
            <p:cNvSpPr/>
            <p:nvPr/>
          </p:nvSpPr>
          <p:spPr>
            <a:xfrm>
              <a:off x="8041650" y="480600"/>
              <a:ext cx="505200" cy="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43"/>
          <p:cNvGrpSpPr/>
          <p:nvPr/>
        </p:nvGrpSpPr>
        <p:grpSpPr>
          <a:xfrm>
            <a:off x="1113520" y="156298"/>
            <a:ext cx="90900" cy="3697200"/>
            <a:chOff x="1113520" y="156298"/>
            <a:chExt cx="90900" cy="3697200"/>
          </a:xfrm>
        </p:grpSpPr>
        <p:sp>
          <p:nvSpPr>
            <p:cNvPr id="425" name="Google Shape;425;p43"/>
            <p:cNvSpPr/>
            <p:nvPr/>
          </p:nvSpPr>
          <p:spPr>
            <a:xfrm rot="-5400000">
              <a:off x="906370" y="3555448"/>
              <a:ext cx="505200" cy="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6" name="Google Shape;426;p43"/>
            <p:cNvCxnSpPr/>
            <p:nvPr/>
          </p:nvCxnSpPr>
          <p:spPr>
            <a:xfrm rot="10800000">
              <a:off x="1121185" y="156298"/>
              <a:ext cx="0" cy="343470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0" name="Shape 430"/>
        <p:cNvGrpSpPr/>
        <p:nvPr/>
      </p:nvGrpSpPr>
      <p:grpSpPr>
        <a:xfrm>
          <a:off x="0" y="0"/>
          <a:ext cx="0" cy="0"/>
          <a:chOff x="0" y="0"/>
          <a:chExt cx="0" cy="0"/>
        </a:xfrm>
      </p:grpSpPr>
      <p:sp>
        <p:nvSpPr>
          <p:cNvPr id="431" name="Google Shape;431;p44"/>
          <p:cNvSpPr txBox="1"/>
          <p:nvPr>
            <p:ph type="title"/>
          </p:nvPr>
        </p:nvSpPr>
        <p:spPr>
          <a:xfrm>
            <a:off x="1393550" y="2502950"/>
            <a:ext cx="4360200" cy="1282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432" name="Google Shape;432;p44"/>
          <p:cNvSpPr txBox="1"/>
          <p:nvPr>
            <p:ph idx="1" type="subTitle"/>
          </p:nvPr>
        </p:nvSpPr>
        <p:spPr>
          <a:xfrm>
            <a:off x="1393550" y="3743512"/>
            <a:ext cx="4360200" cy="40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433" name="Google Shape;433;p44"/>
          <p:cNvSpPr txBox="1"/>
          <p:nvPr>
            <p:ph idx="2" type="title"/>
          </p:nvPr>
        </p:nvSpPr>
        <p:spPr>
          <a:xfrm>
            <a:off x="1393550" y="1713902"/>
            <a:ext cx="12000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434" name="Google Shape;434;p44"/>
          <p:cNvGrpSpPr/>
          <p:nvPr/>
        </p:nvGrpSpPr>
        <p:grpSpPr>
          <a:xfrm flipH="1">
            <a:off x="576156" y="508623"/>
            <a:ext cx="8385900" cy="90900"/>
            <a:chOff x="160950" y="480600"/>
            <a:chExt cx="8385900" cy="90900"/>
          </a:xfrm>
        </p:grpSpPr>
        <p:cxnSp>
          <p:nvCxnSpPr>
            <p:cNvPr id="435" name="Google Shape;435;p44"/>
            <p:cNvCxnSpPr/>
            <p:nvPr/>
          </p:nvCxnSpPr>
          <p:spPr>
            <a:xfrm>
              <a:off x="160950" y="571500"/>
              <a:ext cx="8385900" cy="0"/>
            </a:xfrm>
            <a:prstGeom prst="straightConnector1">
              <a:avLst/>
            </a:prstGeom>
            <a:noFill/>
            <a:ln cap="flat" cmpd="sng" w="9525">
              <a:solidFill>
                <a:schemeClr val="lt1"/>
              </a:solidFill>
              <a:prstDash val="solid"/>
              <a:round/>
              <a:headEnd len="med" w="med" type="none"/>
              <a:tailEnd len="med" w="med" type="none"/>
            </a:ln>
          </p:spPr>
        </p:cxnSp>
        <p:sp>
          <p:nvSpPr>
            <p:cNvPr id="436" name="Google Shape;436;p44"/>
            <p:cNvSpPr/>
            <p:nvPr/>
          </p:nvSpPr>
          <p:spPr>
            <a:xfrm>
              <a:off x="8041650" y="480600"/>
              <a:ext cx="505200" cy="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 name="Google Shape;437;p44"/>
          <p:cNvGrpSpPr/>
          <p:nvPr/>
        </p:nvGrpSpPr>
        <p:grpSpPr>
          <a:xfrm rot="10800000">
            <a:off x="7961770" y="1295598"/>
            <a:ext cx="90900" cy="3697200"/>
            <a:chOff x="1113520" y="156298"/>
            <a:chExt cx="90900" cy="3697200"/>
          </a:xfrm>
        </p:grpSpPr>
        <p:sp>
          <p:nvSpPr>
            <p:cNvPr id="438" name="Google Shape;438;p44"/>
            <p:cNvSpPr/>
            <p:nvPr/>
          </p:nvSpPr>
          <p:spPr>
            <a:xfrm rot="-5400000">
              <a:off x="906370" y="3555448"/>
              <a:ext cx="505200" cy="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9" name="Google Shape;439;p44"/>
            <p:cNvCxnSpPr/>
            <p:nvPr/>
          </p:nvCxnSpPr>
          <p:spPr>
            <a:xfrm rot="10800000">
              <a:off x="1121185" y="156298"/>
              <a:ext cx="0" cy="343470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 name="Shape 443"/>
        <p:cNvGrpSpPr/>
        <p:nvPr/>
      </p:nvGrpSpPr>
      <p:grpSpPr>
        <a:xfrm>
          <a:off x="0" y="0"/>
          <a:ext cx="0" cy="0"/>
          <a:chOff x="0" y="0"/>
          <a:chExt cx="0" cy="0"/>
        </a:xfrm>
      </p:grpSpPr>
      <p:sp>
        <p:nvSpPr>
          <p:cNvPr id="444" name="Google Shape;444;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o you need longer text?</a:t>
            </a:r>
            <a:endParaRPr/>
          </a:p>
        </p:txBody>
      </p:sp>
      <p:sp>
        <p:nvSpPr>
          <p:cNvPr id="445" name="Google Shape;445;p45"/>
          <p:cNvSpPr txBox="1"/>
          <p:nvPr>
            <p:ph idx="1" type="subTitle"/>
          </p:nvPr>
        </p:nvSpPr>
        <p:spPr>
          <a:xfrm>
            <a:off x="1938000" y="1571850"/>
            <a:ext cx="5268000" cy="123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446" name="Google Shape;446;p45"/>
          <p:cNvSpPr txBox="1"/>
          <p:nvPr>
            <p:ph idx="2" type="subTitle"/>
          </p:nvPr>
        </p:nvSpPr>
        <p:spPr>
          <a:xfrm>
            <a:off x="1938000" y="3033474"/>
            <a:ext cx="5268000" cy="123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 name="Shape 450"/>
        <p:cNvGrpSpPr/>
        <p:nvPr/>
      </p:nvGrpSpPr>
      <p:grpSpPr>
        <a:xfrm>
          <a:off x="0" y="0"/>
          <a:ext cx="0" cy="0"/>
          <a:chOff x="0" y="0"/>
          <a:chExt cx="0" cy="0"/>
        </a:xfrm>
      </p:grpSpPr>
      <p:sp>
        <p:nvSpPr>
          <p:cNvPr id="451" name="Google Shape;451;p46"/>
          <p:cNvSpPr txBox="1"/>
          <p:nvPr>
            <p:ph idx="1" type="subTitle"/>
          </p:nvPr>
        </p:nvSpPr>
        <p:spPr>
          <a:xfrm>
            <a:off x="1068813" y="2004274"/>
            <a:ext cx="3615600" cy="167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crystal clear? Lists like this one:</a:t>
            </a:r>
            <a:endParaRPr/>
          </a:p>
          <a:p>
            <a:pPr indent="-304800" lvl="0" marL="457200" rtl="0" algn="l">
              <a:spcBef>
                <a:spcPts val="1000"/>
              </a:spcBef>
              <a:spcAft>
                <a:spcPts val="0"/>
              </a:spcAft>
              <a:buSzPts val="1200"/>
              <a:buChar char="●"/>
            </a:pPr>
            <a:r>
              <a:rPr lang="en"/>
              <a:t>They’re simple </a:t>
            </a:r>
            <a:endParaRPr/>
          </a:p>
          <a:p>
            <a:pPr indent="-304800" lvl="0" marL="457200" rtl="0" algn="l">
              <a:spcBef>
                <a:spcPts val="0"/>
              </a:spcBef>
              <a:spcAft>
                <a:spcPts val="0"/>
              </a:spcAft>
              <a:buSzPts val="1200"/>
              <a:buChar char="●"/>
            </a:pPr>
            <a:r>
              <a:rPr lang="en"/>
              <a:t>You can organize your ideas clearly</a:t>
            </a:r>
            <a:endParaRPr/>
          </a:p>
          <a:p>
            <a:pPr indent="-304800" lvl="0" marL="457200" rtl="0" algn="l">
              <a:spcBef>
                <a:spcPts val="0"/>
              </a:spcBef>
              <a:spcAft>
                <a:spcPts val="0"/>
              </a:spcAft>
              <a:buSzPts val="12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sp>
        <p:nvSpPr>
          <p:cNvPr id="452" name="Google Shape;452;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he slide title goes here!</a:t>
            </a:r>
            <a:endParaRPr/>
          </a:p>
        </p:txBody>
      </p:sp>
      <p:pic>
        <p:nvPicPr>
          <p:cNvPr id="453" name="Google Shape;453;p46"/>
          <p:cNvPicPr preferRelativeResize="0"/>
          <p:nvPr>
            <p:ph idx="2" type="pic"/>
          </p:nvPr>
        </p:nvPicPr>
        <p:blipFill rotWithShape="1">
          <a:blip r:embed="rId3">
            <a:alphaModFix/>
          </a:blip>
          <a:srcRect b="24882" l="0" r="0" t="24882"/>
          <a:stretch/>
        </p:blipFill>
        <p:spPr>
          <a:xfrm>
            <a:off x="4789588" y="1603025"/>
            <a:ext cx="3285599" cy="2476498"/>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 name="Shape 457"/>
        <p:cNvGrpSpPr/>
        <p:nvPr/>
      </p:nvGrpSpPr>
      <p:grpSpPr>
        <a:xfrm>
          <a:off x="0" y="0"/>
          <a:ext cx="0" cy="0"/>
          <a:chOff x="0" y="0"/>
          <a:chExt cx="0" cy="0"/>
        </a:xfrm>
      </p:grpSpPr>
      <p:sp>
        <p:nvSpPr>
          <p:cNvPr id="458" name="Google Shape;458;p47"/>
          <p:cNvSpPr txBox="1"/>
          <p:nvPr>
            <p:ph type="title"/>
          </p:nvPr>
        </p:nvSpPr>
        <p:spPr>
          <a:xfrm>
            <a:off x="2352125" y="2350750"/>
            <a:ext cx="3555300" cy="136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459" name="Google Shape;459;p47"/>
          <p:cNvSpPr txBox="1"/>
          <p:nvPr>
            <p:ph idx="2" type="title"/>
          </p:nvPr>
        </p:nvSpPr>
        <p:spPr>
          <a:xfrm>
            <a:off x="1152125" y="2350752"/>
            <a:ext cx="12000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460" name="Google Shape;460;p47"/>
          <p:cNvSpPr txBox="1"/>
          <p:nvPr>
            <p:ph idx="1" type="subTitle"/>
          </p:nvPr>
        </p:nvSpPr>
        <p:spPr>
          <a:xfrm>
            <a:off x="2352125" y="3718300"/>
            <a:ext cx="3555300" cy="40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461" name="Google Shape;461;p47"/>
          <p:cNvGrpSpPr/>
          <p:nvPr/>
        </p:nvGrpSpPr>
        <p:grpSpPr>
          <a:xfrm flipH="1">
            <a:off x="577491" y="508623"/>
            <a:ext cx="8385900" cy="90900"/>
            <a:chOff x="160950" y="480600"/>
            <a:chExt cx="8385900" cy="90900"/>
          </a:xfrm>
        </p:grpSpPr>
        <p:cxnSp>
          <p:nvCxnSpPr>
            <p:cNvPr id="462" name="Google Shape;462;p47"/>
            <p:cNvCxnSpPr/>
            <p:nvPr/>
          </p:nvCxnSpPr>
          <p:spPr>
            <a:xfrm>
              <a:off x="160950" y="571500"/>
              <a:ext cx="8385900" cy="0"/>
            </a:xfrm>
            <a:prstGeom prst="straightConnector1">
              <a:avLst/>
            </a:prstGeom>
            <a:noFill/>
            <a:ln cap="flat" cmpd="sng" w="9525">
              <a:solidFill>
                <a:schemeClr val="lt1"/>
              </a:solidFill>
              <a:prstDash val="solid"/>
              <a:round/>
              <a:headEnd len="med" w="med" type="none"/>
              <a:tailEnd len="med" w="med" type="none"/>
            </a:ln>
          </p:spPr>
        </p:cxnSp>
        <p:sp>
          <p:nvSpPr>
            <p:cNvPr id="463" name="Google Shape;463;p47"/>
            <p:cNvSpPr/>
            <p:nvPr/>
          </p:nvSpPr>
          <p:spPr>
            <a:xfrm>
              <a:off x="8041650" y="480600"/>
              <a:ext cx="505200" cy="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 name="Google Shape;464;p47"/>
          <p:cNvGrpSpPr/>
          <p:nvPr/>
        </p:nvGrpSpPr>
        <p:grpSpPr>
          <a:xfrm flipH="1">
            <a:off x="7988270" y="150698"/>
            <a:ext cx="90900" cy="4415700"/>
            <a:chOff x="1113520" y="-562202"/>
            <a:chExt cx="90900" cy="4415700"/>
          </a:xfrm>
        </p:grpSpPr>
        <p:sp>
          <p:nvSpPr>
            <p:cNvPr id="465" name="Google Shape;465;p47"/>
            <p:cNvSpPr/>
            <p:nvPr/>
          </p:nvSpPr>
          <p:spPr>
            <a:xfrm rot="-5400000">
              <a:off x="906370" y="3555448"/>
              <a:ext cx="505200" cy="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 name="Google Shape;466;p47"/>
            <p:cNvCxnSpPr/>
            <p:nvPr/>
          </p:nvCxnSpPr>
          <p:spPr>
            <a:xfrm rot="10800000">
              <a:off x="1121185" y="-562202"/>
              <a:ext cx="0" cy="415320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 name="Shape 470"/>
        <p:cNvGrpSpPr/>
        <p:nvPr/>
      </p:nvGrpSpPr>
      <p:grpSpPr>
        <a:xfrm>
          <a:off x="0" y="0"/>
          <a:ext cx="0" cy="0"/>
          <a:chOff x="0" y="0"/>
          <a:chExt cx="0" cy="0"/>
        </a:xfrm>
      </p:grpSpPr>
      <p:sp>
        <p:nvSpPr>
          <p:cNvPr id="471" name="Google Shape;471;p48"/>
          <p:cNvSpPr txBox="1"/>
          <p:nvPr>
            <p:ph idx="3" type="subTitle"/>
          </p:nvPr>
        </p:nvSpPr>
        <p:spPr>
          <a:xfrm>
            <a:off x="948188" y="2779225"/>
            <a:ext cx="3211200" cy="71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hot and has a poisonous atmosphere</a:t>
            </a:r>
            <a:endParaRPr/>
          </a:p>
        </p:txBody>
      </p:sp>
      <p:sp>
        <p:nvSpPr>
          <p:cNvPr id="472" name="Google Shape;472;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ivide the content</a:t>
            </a:r>
            <a:endParaRPr/>
          </a:p>
        </p:txBody>
      </p:sp>
      <p:sp>
        <p:nvSpPr>
          <p:cNvPr id="473" name="Google Shape;473;p48"/>
          <p:cNvSpPr txBox="1"/>
          <p:nvPr>
            <p:ph idx="1" type="subTitle"/>
          </p:nvPr>
        </p:nvSpPr>
        <p:spPr>
          <a:xfrm>
            <a:off x="948188" y="2303125"/>
            <a:ext cx="3211200" cy="476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474" name="Google Shape;474;p48"/>
          <p:cNvSpPr txBox="1"/>
          <p:nvPr>
            <p:ph idx="2" type="subTitle"/>
          </p:nvPr>
        </p:nvSpPr>
        <p:spPr>
          <a:xfrm>
            <a:off x="4984609" y="2303125"/>
            <a:ext cx="3211200" cy="47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75" name="Google Shape;475;p48"/>
          <p:cNvSpPr txBox="1"/>
          <p:nvPr>
            <p:ph idx="4" type="subTitle"/>
          </p:nvPr>
        </p:nvSpPr>
        <p:spPr>
          <a:xfrm>
            <a:off x="4984609" y="2779225"/>
            <a:ext cx="3211200" cy="7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 name="Shape 479"/>
        <p:cNvGrpSpPr/>
        <p:nvPr/>
      </p:nvGrpSpPr>
      <p:grpSpPr>
        <a:xfrm>
          <a:off x="0" y="0"/>
          <a:ext cx="0" cy="0"/>
          <a:chOff x="0" y="0"/>
          <a:chExt cx="0" cy="0"/>
        </a:xfrm>
      </p:grpSpPr>
      <p:sp>
        <p:nvSpPr>
          <p:cNvPr id="480" name="Google Shape;480;p49"/>
          <p:cNvSpPr txBox="1"/>
          <p:nvPr>
            <p:ph idx="1" type="subTitle"/>
          </p:nvPr>
        </p:nvSpPr>
        <p:spPr>
          <a:xfrm>
            <a:off x="720000" y="2515000"/>
            <a:ext cx="2336400" cy="48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481" name="Google Shape;481;p49"/>
          <p:cNvSpPr txBox="1"/>
          <p:nvPr>
            <p:ph idx="5" type="subTitle"/>
          </p:nvPr>
        </p:nvSpPr>
        <p:spPr>
          <a:xfrm>
            <a:off x="3403800" y="1835500"/>
            <a:ext cx="233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82" name="Google Shape;482;p49"/>
          <p:cNvSpPr txBox="1"/>
          <p:nvPr>
            <p:ph idx="6" type="subTitle"/>
          </p:nvPr>
        </p:nvSpPr>
        <p:spPr>
          <a:xfrm>
            <a:off x="6087600" y="2515000"/>
            <a:ext cx="2336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83" name="Google Shape;483;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are three important ideas</a:t>
            </a:r>
            <a:endParaRPr/>
          </a:p>
        </p:txBody>
      </p:sp>
      <p:sp>
        <p:nvSpPr>
          <p:cNvPr id="484" name="Google Shape;484;p49"/>
          <p:cNvSpPr txBox="1"/>
          <p:nvPr>
            <p:ph idx="2" type="subTitle"/>
          </p:nvPr>
        </p:nvSpPr>
        <p:spPr>
          <a:xfrm>
            <a:off x="720000" y="2999805"/>
            <a:ext cx="2336400" cy="679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a:t>
            </a:r>
            <a:endParaRPr/>
          </a:p>
        </p:txBody>
      </p:sp>
      <p:sp>
        <p:nvSpPr>
          <p:cNvPr id="485" name="Google Shape;485;p49"/>
          <p:cNvSpPr txBox="1"/>
          <p:nvPr>
            <p:ph idx="3" type="subTitle"/>
          </p:nvPr>
        </p:nvSpPr>
        <p:spPr>
          <a:xfrm>
            <a:off x="3403800" y="2320305"/>
            <a:ext cx="2336400" cy="67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86" name="Google Shape;486;p49"/>
          <p:cNvSpPr txBox="1"/>
          <p:nvPr>
            <p:ph idx="4" type="subTitle"/>
          </p:nvPr>
        </p:nvSpPr>
        <p:spPr>
          <a:xfrm>
            <a:off x="6087600" y="2999805"/>
            <a:ext cx="2336400" cy="67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of them all</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 name="Shape 490"/>
        <p:cNvGrpSpPr/>
        <p:nvPr/>
      </p:nvGrpSpPr>
      <p:grpSpPr>
        <a:xfrm>
          <a:off x="0" y="0"/>
          <a:ext cx="0" cy="0"/>
          <a:chOff x="0" y="0"/>
          <a:chExt cx="0" cy="0"/>
        </a:xfrm>
      </p:grpSpPr>
      <p:sp>
        <p:nvSpPr>
          <p:cNvPr id="491" name="Google Shape;491;p50"/>
          <p:cNvSpPr txBox="1"/>
          <p:nvPr>
            <p:ph idx="1" type="subTitle"/>
          </p:nvPr>
        </p:nvSpPr>
        <p:spPr>
          <a:xfrm>
            <a:off x="2347929" y="1532925"/>
            <a:ext cx="1888800" cy="48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492" name="Google Shape;492;p50"/>
          <p:cNvSpPr txBox="1"/>
          <p:nvPr>
            <p:ph idx="2" type="subTitle"/>
          </p:nvPr>
        </p:nvSpPr>
        <p:spPr>
          <a:xfrm>
            <a:off x="2347912" y="2017725"/>
            <a:ext cx="1888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a gas giant and has several rings</a:t>
            </a:r>
            <a:endParaRPr/>
          </a:p>
        </p:txBody>
      </p:sp>
      <p:sp>
        <p:nvSpPr>
          <p:cNvPr id="493" name="Google Shape;493;p50"/>
          <p:cNvSpPr txBox="1"/>
          <p:nvPr>
            <p:ph idx="3" type="subTitle"/>
          </p:nvPr>
        </p:nvSpPr>
        <p:spPr>
          <a:xfrm>
            <a:off x="4907276" y="2017725"/>
            <a:ext cx="188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494" name="Google Shape;494;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Divide the content in four ideas</a:t>
            </a:r>
            <a:endParaRPr/>
          </a:p>
        </p:txBody>
      </p:sp>
      <p:sp>
        <p:nvSpPr>
          <p:cNvPr id="495" name="Google Shape;495;p50"/>
          <p:cNvSpPr txBox="1"/>
          <p:nvPr>
            <p:ph idx="6" type="subTitle"/>
          </p:nvPr>
        </p:nvSpPr>
        <p:spPr>
          <a:xfrm>
            <a:off x="2347929" y="2922850"/>
            <a:ext cx="1888800" cy="48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496" name="Google Shape;496;p50"/>
          <p:cNvSpPr txBox="1"/>
          <p:nvPr>
            <p:ph idx="4" type="subTitle"/>
          </p:nvPr>
        </p:nvSpPr>
        <p:spPr>
          <a:xfrm>
            <a:off x="2347921" y="3407650"/>
            <a:ext cx="1888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of them all</a:t>
            </a:r>
            <a:endParaRPr/>
          </a:p>
        </p:txBody>
      </p:sp>
      <p:sp>
        <p:nvSpPr>
          <p:cNvPr id="497" name="Google Shape;497;p50"/>
          <p:cNvSpPr txBox="1"/>
          <p:nvPr>
            <p:ph idx="5" type="subTitle"/>
          </p:nvPr>
        </p:nvSpPr>
        <p:spPr>
          <a:xfrm>
            <a:off x="4907284" y="3407650"/>
            <a:ext cx="188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498" name="Google Shape;498;p50"/>
          <p:cNvSpPr txBox="1"/>
          <p:nvPr>
            <p:ph idx="7" type="subTitle"/>
          </p:nvPr>
        </p:nvSpPr>
        <p:spPr>
          <a:xfrm>
            <a:off x="4907291" y="1532925"/>
            <a:ext cx="1888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99" name="Google Shape;499;p50"/>
          <p:cNvSpPr txBox="1"/>
          <p:nvPr>
            <p:ph idx="8" type="subTitle"/>
          </p:nvPr>
        </p:nvSpPr>
        <p:spPr>
          <a:xfrm>
            <a:off x="4907291" y="2922850"/>
            <a:ext cx="1888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 name="Shape 503"/>
        <p:cNvGrpSpPr/>
        <p:nvPr/>
      </p:nvGrpSpPr>
      <p:grpSpPr>
        <a:xfrm>
          <a:off x="0" y="0"/>
          <a:ext cx="0" cy="0"/>
          <a:chOff x="0" y="0"/>
          <a:chExt cx="0" cy="0"/>
        </a:xfrm>
      </p:grpSpPr>
      <p:sp>
        <p:nvSpPr>
          <p:cNvPr id="504" name="Google Shape;504;p51"/>
          <p:cNvSpPr txBox="1"/>
          <p:nvPr>
            <p:ph idx="7" type="subTitle"/>
          </p:nvPr>
        </p:nvSpPr>
        <p:spPr>
          <a:xfrm>
            <a:off x="1434138" y="1806700"/>
            <a:ext cx="1900800" cy="48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505" name="Google Shape;505;p51"/>
          <p:cNvSpPr txBox="1"/>
          <p:nvPr>
            <p:ph idx="4" type="subTitle"/>
          </p:nvPr>
        </p:nvSpPr>
        <p:spPr>
          <a:xfrm>
            <a:off x="1438125" y="3560575"/>
            <a:ext cx="1900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extremely high temperatures</a:t>
            </a:r>
            <a:endParaRPr/>
          </a:p>
        </p:txBody>
      </p:sp>
      <p:sp>
        <p:nvSpPr>
          <p:cNvPr id="506" name="Google Shape;506;p51"/>
          <p:cNvSpPr txBox="1"/>
          <p:nvPr>
            <p:ph idx="5" type="subTitle"/>
          </p:nvPr>
        </p:nvSpPr>
        <p:spPr>
          <a:xfrm>
            <a:off x="3621606" y="3560575"/>
            <a:ext cx="190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507" name="Google Shape;507;p51"/>
          <p:cNvSpPr txBox="1"/>
          <p:nvPr>
            <p:ph idx="1" type="subTitle"/>
          </p:nvPr>
        </p:nvSpPr>
        <p:spPr>
          <a:xfrm>
            <a:off x="1438125" y="2291499"/>
            <a:ext cx="1900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a:t>
            </a:r>
            <a:endParaRPr/>
          </a:p>
        </p:txBody>
      </p:sp>
      <p:sp>
        <p:nvSpPr>
          <p:cNvPr id="508" name="Google Shape;508;p51"/>
          <p:cNvSpPr txBox="1"/>
          <p:nvPr>
            <p:ph idx="13" type="subTitle"/>
          </p:nvPr>
        </p:nvSpPr>
        <p:spPr>
          <a:xfrm>
            <a:off x="1434138" y="3075775"/>
            <a:ext cx="1900800" cy="48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509" name="Google Shape;509;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eviewing concepts is a good idea</a:t>
            </a:r>
            <a:endParaRPr/>
          </a:p>
        </p:txBody>
      </p:sp>
      <p:sp>
        <p:nvSpPr>
          <p:cNvPr id="510" name="Google Shape;510;p51"/>
          <p:cNvSpPr txBox="1"/>
          <p:nvPr>
            <p:ph idx="8" type="subTitle"/>
          </p:nvPr>
        </p:nvSpPr>
        <p:spPr>
          <a:xfrm>
            <a:off x="3621606" y="1806700"/>
            <a:ext cx="1900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11" name="Google Shape;511;p51"/>
          <p:cNvSpPr txBox="1"/>
          <p:nvPr>
            <p:ph idx="9" type="subTitle"/>
          </p:nvPr>
        </p:nvSpPr>
        <p:spPr>
          <a:xfrm>
            <a:off x="5809073" y="1806700"/>
            <a:ext cx="1900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512" name="Google Shape;512;p51"/>
          <p:cNvSpPr txBox="1"/>
          <p:nvPr>
            <p:ph idx="2" type="subTitle"/>
          </p:nvPr>
        </p:nvSpPr>
        <p:spPr>
          <a:xfrm>
            <a:off x="3621606" y="2291499"/>
            <a:ext cx="190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513" name="Google Shape;513;p51"/>
          <p:cNvSpPr txBox="1"/>
          <p:nvPr>
            <p:ph idx="3" type="subTitle"/>
          </p:nvPr>
        </p:nvSpPr>
        <p:spPr>
          <a:xfrm>
            <a:off x="5805086" y="2291499"/>
            <a:ext cx="1900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with several ring</a:t>
            </a:r>
            <a:r>
              <a:rPr lang="en"/>
              <a:t>s</a:t>
            </a:r>
            <a:endParaRPr/>
          </a:p>
        </p:txBody>
      </p:sp>
      <p:sp>
        <p:nvSpPr>
          <p:cNvPr id="514" name="Google Shape;514;p51"/>
          <p:cNvSpPr txBox="1"/>
          <p:nvPr>
            <p:ph idx="6" type="subTitle"/>
          </p:nvPr>
        </p:nvSpPr>
        <p:spPr>
          <a:xfrm>
            <a:off x="5805086" y="3560575"/>
            <a:ext cx="1900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515" name="Google Shape;515;p51"/>
          <p:cNvSpPr txBox="1"/>
          <p:nvPr>
            <p:ph idx="14" type="subTitle"/>
          </p:nvPr>
        </p:nvSpPr>
        <p:spPr>
          <a:xfrm>
            <a:off x="3621606" y="3075775"/>
            <a:ext cx="1900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16" name="Google Shape;516;p51"/>
          <p:cNvSpPr txBox="1"/>
          <p:nvPr>
            <p:ph idx="15" type="subTitle"/>
          </p:nvPr>
        </p:nvSpPr>
        <p:spPr>
          <a:xfrm>
            <a:off x="5809073" y="3075775"/>
            <a:ext cx="1900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0" name="Shape 520"/>
        <p:cNvGrpSpPr/>
        <p:nvPr/>
      </p:nvGrpSpPr>
      <p:grpSpPr>
        <a:xfrm>
          <a:off x="0" y="0"/>
          <a:ext cx="0" cy="0"/>
          <a:chOff x="0" y="0"/>
          <a:chExt cx="0" cy="0"/>
        </a:xfrm>
      </p:grpSpPr>
      <p:sp>
        <p:nvSpPr>
          <p:cNvPr id="521" name="Google Shape;521;p52"/>
          <p:cNvSpPr txBox="1"/>
          <p:nvPr>
            <p:ph type="title"/>
          </p:nvPr>
        </p:nvSpPr>
        <p:spPr>
          <a:xfrm>
            <a:off x="3854900" y="2450375"/>
            <a:ext cx="3733800" cy="140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a:t>
            </a:r>
            <a:endParaRPr/>
          </a:p>
          <a:p>
            <a:pPr indent="0" lvl="0" marL="0" rtl="0" algn="ctr">
              <a:spcBef>
                <a:spcPts val="0"/>
              </a:spcBef>
              <a:spcAft>
                <a:spcPts val="0"/>
              </a:spcAft>
              <a:buNone/>
            </a:pPr>
            <a:r>
              <a:rPr lang="en"/>
              <a:t>the section</a:t>
            </a:r>
            <a:endParaRPr/>
          </a:p>
        </p:txBody>
      </p:sp>
      <p:sp>
        <p:nvSpPr>
          <p:cNvPr id="522" name="Google Shape;522;p52"/>
          <p:cNvSpPr txBox="1"/>
          <p:nvPr>
            <p:ph idx="1" type="subTitle"/>
          </p:nvPr>
        </p:nvSpPr>
        <p:spPr>
          <a:xfrm>
            <a:off x="3854900" y="3855551"/>
            <a:ext cx="3733800" cy="40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523" name="Google Shape;523;p52"/>
          <p:cNvSpPr txBox="1"/>
          <p:nvPr>
            <p:ph idx="2" type="title"/>
          </p:nvPr>
        </p:nvSpPr>
        <p:spPr>
          <a:xfrm>
            <a:off x="5121800" y="1643052"/>
            <a:ext cx="1200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grpSp>
        <p:nvGrpSpPr>
          <p:cNvPr id="524" name="Google Shape;524;p52"/>
          <p:cNvGrpSpPr/>
          <p:nvPr/>
        </p:nvGrpSpPr>
        <p:grpSpPr>
          <a:xfrm>
            <a:off x="181160" y="508623"/>
            <a:ext cx="8385900" cy="90900"/>
            <a:chOff x="160950" y="480600"/>
            <a:chExt cx="8385900" cy="90900"/>
          </a:xfrm>
        </p:grpSpPr>
        <p:cxnSp>
          <p:nvCxnSpPr>
            <p:cNvPr id="525" name="Google Shape;525;p52"/>
            <p:cNvCxnSpPr/>
            <p:nvPr/>
          </p:nvCxnSpPr>
          <p:spPr>
            <a:xfrm>
              <a:off x="160950" y="571500"/>
              <a:ext cx="8385900" cy="0"/>
            </a:xfrm>
            <a:prstGeom prst="straightConnector1">
              <a:avLst/>
            </a:prstGeom>
            <a:noFill/>
            <a:ln cap="flat" cmpd="sng" w="9525">
              <a:solidFill>
                <a:schemeClr val="lt1"/>
              </a:solidFill>
              <a:prstDash val="solid"/>
              <a:round/>
              <a:headEnd len="med" w="med" type="none"/>
              <a:tailEnd len="med" w="med" type="none"/>
            </a:ln>
          </p:spPr>
        </p:cxnSp>
        <p:sp>
          <p:nvSpPr>
            <p:cNvPr id="526" name="Google Shape;526;p52"/>
            <p:cNvSpPr/>
            <p:nvPr/>
          </p:nvSpPr>
          <p:spPr>
            <a:xfrm>
              <a:off x="8041650" y="480600"/>
              <a:ext cx="505200" cy="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 name="Google Shape;527;p52"/>
          <p:cNvGrpSpPr/>
          <p:nvPr/>
        </p:nvGrpSpPr>
        <p:grpSpPr>
          <a:xfrm>
            <a:off x="1113520" y="156298"/>
            <a:ext cx="90900" cy="3697200"/>
            <a:chOff x="1113520" y="156298"/>
            <a:chExt cx="90900" cy="3697200"/>
          </a:xfrm>
        </p:grpSpPr>
        <p:sp>
          <p:nvSpPr>
            <p:cNvPr id="528" name="Google Shape;528;p52"/>
            <p:cNvSpPr/>
            <p:nvPr/>
          </p:nvSpPr>
          <p:spPr>
            <a:xfrm rot="-5400000">
              <a:off x="906370" y="3555448"/>
              <a:ext cx="505200" cy="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9" name="Google Shape;529;p52"/>
            <p:cNvCxnSpPr/>
            <p:nvPr/>
          </p:nvCxnSpPr>
          <p:spPr>
            <a:xfrm rot="10800000">
              <a:off x="1121185" y="156298"/>
              <a:ext cx="0" cy="343470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 name="Shape 533"/>
        <p:cNvGrpSpPr/>
        <p:nvPr/>
      </p:nvGrpSpPr>
      <p:grpSpPr>
        <a:xfrm>
          <a:off x="0" y="0"/>
          <a:ext cx="0" cy="0"/>
          <a:chOff x="0" y="0"/>
          <a:chExt cx="0" cy="0"/>
        </a:xfrm>
      </p:grpSpPr>
      <p:sp>
        <p:nvSpPr>
          <p:cNvPr id="534" name="Google Shape;534;p53"/>
          <p:cNvSpPr txBox="1"/>
          <p:nvPr>
            <p:ph type="title"/>
          </p:nvPr>
        </p:nvSpPr>
        <p:spPr>
          <a:xfrm>
            <a:off x="2496300" y="1417500"/>
            <a:ext cx="4151400" cy="230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 name="Shape 538"/>
        <p:cNvGrpSpPr/>
        <p:nvPr/>
      </p:nvGrpSpPr>
      <p:grpSpPr>
        <a:xfrm>
          <a:off x="0" y="0"/>
          <a:ext cx="0" cy="0"/>
          <a:chOff x="0" y="0"/>
          <a:chExt cx="0" cy="0"/>
        </a:xfrm>
      </p:grpSpPr>
      <p:sp>
        <p:nvSpPr>
          <p:cNvPr id="539" name="Google Shape;539;p54"/>
          <p:cNvSpPr txBox="1"/>
          <p:nvPr>
            <p:ph type="title"/>
          </p:nvPr>
        </p:nvSpPr>
        <p:spPr>
          <a:xfrm>
            <a:off x="1717938" y="3040950"/>
            <a:ext cx="5708100" cy="53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540" name="Google Shape;540;p54"/>
          <p:cNvSpPr txBox="1"/>
          <p:nvPr>
            <p:ph idx="1" type="subTitle"/>
          </p:nvPr>
        </p:nvSpPr>
        <p:spPr>
          <a:xfrm>
            <a:off x="1717960" y="1570650"/>
            <a:ext cx="5708100" cy="1470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4" name="Shape 544"/>
        <p:cNvGrpSpPr/>
        <p:nvPr/>
      </p:nvGrpSpPr>
      <p:grpSpPr>
        <a:xfrm>
          <a:off x="0" y="0"/>
          <a:ext cx="0" cy="0"/>
          <a:chOff x="0" y="0"/>
          <a:chExt cx="0" cy="0"/>
        </a:xfrm>
      </p:grpSpPr>
      <p:pic>
        <p:nvPicPr>
          <p:cNvPr id="545" name="Google Shape;545;p55"/>
          <p:cNvPicPr preferRelativeResize="0"/>
          <p:nvPr>
            <p:ph idx="2" type="pic"/>
          </p:nvPr>
        </p:nvPicPr>
        <p:blipFill rotWithShape="1">
          <a:blip r:embed="rId3">
            <a:alphaModFix/>
          </a:blip>
          <a:srcRect b="7755" l="0" r="0" t="7764"/>
          <a:stretch/>
        </p:blipFill>
        <p:spPr>
          <a:xfrm>
            <a:off x="-11825" y="-11825"/>
            <a:ext cx="9155702" cy="5155199"/>
          </a:xfrm>
          <a:prstGeom prst="rect">
            <a:avLst/>
          </a:prstGeom>
        </p:spPr>
      </p:pic>
      <p:sp>
        <p:nvSpPr>
          <p:cNvPr id="546" name="Google Shape;546;p55"/>
          <p:cNvSpPr txBox="1"/>
          <p:nvPr>
            <p:ph type="title"/>
          </p:nvPr>
        </p:nvSpPr>
        <p:spPr>
          <a:xfrm>
            <a:off x="1522200" y="3961375"/>
            <a:ext cx="6099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a:t>
            </a:r>
            <a:r>
              <a:rPr lang="en"/>
              <a:t>picture is worth a thousand words</a:t>
            </a:r>
            <a:endParaRPr/>
          </a:p>
        </p:txBody>
      </p:sp>
      <p:grpSp>
        <p:nvGrpSpPr>
          <p:cNvPr id="547" name="Google Shape;547;p55"/>
          <p:cNvGrpSpPr/>
          <p:nvPr/>
        </p:nvGrpSpPr>
        <p:grpSpPr>
          <a:xfrm flipH="1">
            <a:off x="8812075" y="1441950"/>
            <a:ext cx="90900" cy="3705900"/>
            <a:chOff x="7952125" y="1292300"/>
            <a:chExt cx="90900" cy="3705900"/>
          </a:xfrm>
        </p:grpSpPr>
        <p:sp>
          <p:nvSpPr>
            <p:cNvPr id="548" name="Google Shape;548;p55"/>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9" name="Google Shape;549;p55"/>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 name="Shape 553"/>
        <p:cNvGrpSpPr/>
        <p:nvPr/>
      </p:nvGrpSpPr>
      <p:grpSpPr>
        <a:xfrm>
          <a:off x="0" y="0"/>
          <a:ext cx="0" cy="0"/>
          <a:chOff x="0" y="0"/>
          <a:chExt cx="0" cy="0"/>
        </a:xfrm>
      </p:grpSpPr>
      <p:pic>
        <p:nvPicPr>
          <p:cNvPr id="554" name="Google Shape;554;p56"/>
          <p:cNvPicPr preferRelativeResize="0"/>
          <p:nvPr>
            <p:ph idx="2" type="pic"/>
          </p:nvPr>
        </p:nvPicPr>
        <p:blipFill rotWithShape="1">
          <a:blip r:embed="rId3">
            <a:alphaModFix/>
          </a:blip>
          <a:srcRect b="0" l="5721" r="5721" t="0"/>
          <a:stretch/>
        </p:blipFill>
        <p:spPr>
          <a:xfrm>
            <a:off x="1020944" y="1333499"/>
            <a:ext cx="3285601" cy="2476502"/>
          </a:xfrm>
          <a:prstGeom prst="rect">
            <a:avLst/>
          </a:prstGeom>
        </p:spPr>
      </p:pic>
      <p:sp>
        <p:nvSpPr>
          <p:cNvPr id="555" name="Google Shape;555;p56"/>
          <p:cNvSpPr txBox="1"/>
          <p:nvPr>
            <p:ph type="title"/>
          </p:nvPr>
        </p:nvSpPr>
        <p:spPr>
          <a:xfrm>
            <a:off x="4507456" y="1055513"/>
            <a:ext cx="3615600" cy="2327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a:t>
            </a:r>
            <a:r>
              <a:rPr lang="en"/>
              <a:t>picture always reinforces</a:t>
            </a:r>
            <a:endParaRPr/>
          </a:p>
          <a:p>
            <a:pPr indent="0" lvl="0" marL="0" rtl="0" algn="l">
              <a:spcBef>
                <a:spcPts val="0"/>
              </a:spcBef>
              <a:spcAft>
                <a:spcPts val="0"/>
              </a:spcAft>
              <a:buNone/>
            </a:pPr>
            <a:r>
              <a:rPr lang="en"/>
              <a:t>the concept</a:t>
            </a:r>
            <a:endParaRPr/>
          </a:p>
        </p:txBody>
      </p:sp>
      <p:sp>
        <p:nvSpPr>
          <p:cNvPr id="556" name="Google Shape;556;p56"/>
          <p:cNvSpPr txBox="1"/>
          <p:nvPr>
            <p:ph idx="1" type="subTitle"/>
          </p:nvPr>
        </p:nvSpPr>
        <p:spPr>
          <a:xfrm>
            <a:off x="4507381" y="3382988"/>
            <a:ext cx="3615600" cy="70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 name="Shape 560"/>
        <p:cNvGrpSpPr/>
        <p:nvPr/>
      </p:nvGrpSpPr>
      <p:grpSpPr>
        <a:xfrm>
          <a:off x="0" y="0"/>
          <a:ext cx="0" cy="0"/>
          <a:chOff x="0" y="0"/>
          <a:chExt cx="0" cy="0"/>
        </a:xfrm>
      </p:grpSpPr>
      <p:sp>
        <p:nvSpPr>
          <p:cNvPr id="561" name="Google Shape;561;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Marketing plan</a:t>
            </a:r>
            <a:endParaRPr/>
          </a:p>
        </p:txBody>
      </p:sp>
      <p:sp>
        <p:nvSpPr>
          <p:cNvPr id="562" name="Google Shape;562;p57"/>
          <p:cNvSpPr txBox="1"/>
          <p:nvPr>
            <p:ph idx="4294967295" type="subTitle"/>
          </p:nvPr>
        </p:nvSpPr>
        <p:spPr>
          <a:xfrm>
            <a:off x="6087600" y="3215600"/>
            <a:ext cx="2336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Saturn</a:t>
            </a:r>
            <a:endParaRPr sz="2400">
              <a:latin typeface="Noto Serif Ethiopic"/>
              <a:ea typeface="Noto Serif Ethiopic"/>
              <a:cs typeface="Noto Serif Ethiopic"/>
              <a:sym typeface="Noto Serif Ethiopic"/>
            </a:endParaRPr>
          </a:p>
        </p:txBody>
      </p:sp>
      <p:sp>
        <p:nvSpPr>
          <p:cNvPr id="563" name="Google Shape;563;p57"/>
          <p:cNvSpPr txBox="1"/>
          <p:nvPr>
            <p:ph idx="4294967295" type="subTitle"/>
          </p:nvPr>
        </p:nvSpPr>
        <p:spPr>
          <a:xfrm>
            <a:off x="720000" y="3215600"/>
            <a:ext cx="2336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Mercury</a:t>
            </a:r>
            <a:endParaRPr sz="2400">
              <a:latin typeface="Noto Serif Ethiopic"/>
              <a:ea typeface="Noto Serif Ethiopic"/>
              <a:cs typeface="Noto Serif Ethiopic"/>
              <a:sym typeface="Noto Serif Ethiopic"/>
            </a:endParaRPr>
          </a:p>
        </p:txBody>
      </p:sp>
      <p:sp>
        <p:nvSpPr>
          <p:cNvPr id="564" name="Google Shape;564;p57"/>
          <p:cNvSpPr txBox="1"/>
          <p:nvPr>
            <p:ph idx="4294967295" type="subTitle"/>
          </p:nvPr>
        </p:nvSpPr>
        <p:spPr>
          <a:xfrm>
            <a:off x="720000" y="3700404"/>
            <a:ext cx="2336400" cy="67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of them all</a:t>
            </a:r>
            <a:endParaRPr/>
          </a:p>
        </p:txBody>
      </p:sp>
      <p:sp>
        <p:nvSpPr>
          <p:cNvPr id="565" name="Google Shape;565;p57"/>
          <p:cNvSpPr txBox="1"/>
          <p:nvPr>
            <p:ph idx="4294967295" type="subTitle"/>
          </p:nvPr>
        </p:nvSpPr>
        <p:spPr>
          <a:xfrm>
            <a:off x="3403800" y="3700404"/>
            <a:ext cx="2336400" cy="67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a:t>
            </a:r>
            <a:endParaRPr/>
          </a:p>
        </p:txBody>
      </p:sp>
      <p:sp>
        <p:nvSpPr>
          <p:cNvPr id="566" name="Google Shape;566;p57"/>
          <p:cNvSpPr txBox="1"/>
          <p:nvPr>
            <p:ph idx="4294967295" type="subTitle"/>
          </p:nvPr>
        </p:nvSpPr>
        <p:spPr>
          <a:xfrm>
            <a:off x="6087600" y="3700404"/>
            <a:ext cx="2336400" cy="67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a:t>
            </a:r>
            <a:endParaRPr/>
          </a:p>
        </p:txBody>
      </p:sp>
      <p:sp>
        <p:nvSpPr>
          <p:cNvPr id="567" name="Google Shape;567;p57"/>
          <p:cNvSpPr txBox="1"/>
          <p:nvPr>
            <p:ph idx="4294967295" type="subTitle"/>
          </p:nvPr>
        </p:nvSpPr>
        <p:spPr>
          <a:xfrm>
            <a:off x="3403800" y="3215600"/>
            <a:ext cx="2336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Earth</a:t>
            </a:r>
            <a:endParaRPr sz="2400">
              <a:latin typeface="Noto Serif Ethiopic"/>
              <a:ea typeface="Noto Serif Ethiopic"/>
              <a:cs typeface="Noto Serif Ethiopic"/>
              <a:sym typeface="Noto Serif Ethiopic"/>
            </a:endParaRPr>
          </a:p>
        </p:txBody>
      </p:sp>
      <p:sp>
        <p:nvSpPr>
          <p:cNvPr id="568" name="Google Shape;568;p57"/>
          <p:cNvSpPr txBox="1"/>
          <p:nvPr>
            <p:ph idx="4294967295" type="title"/>
          </p:nvPr>
        </p:nvSpPr>
        <p:spPr>
          <a:xfrm>
            <a:off x="720000" y="2295200"/>
            <a:ext cx="1275300" cy="62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2"/>
                </a:solidFill>
              </a:rPr>
              <a:t>1</a:t>
            </a:r>
            <a:r>
              <a:rPr lang="en">
                <a:solidFill>
                  <a:schemeClr val="accent2"/>
                </a:solidFill>
              </a:rPr>
              <a:t>5%</a:t>
            </a:r>
            <a:endParaRPr>
              <a:solidFill>
                <a:schemeClr val="accent2"/>
              </a:solidFill>
            </a:endParaRPr>
          </a:p>
        </p:txBody>
      </p:sp>
      <p:sp>
        <p:nvSpPr>
          <p:cNvPr id="569" name="Google Shape;569;p57"/>
          <p:cNvSpPr txBox="1"/>
          <p:nvPr>
            <p:ph idx="4294967295" type="title"/>
          </p:nvPr>
        </p:nvSpPr>
        <p:spPr>
          <a:xfrm>
            <a:off x="3403825" y="1727600"/>
            <a:ext cx="1275300" cy="62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2"/>
                </a:solidFill>
              </a:rPr>
              <a:t>5</a:t>
            </a:r>
            <a:r>
              <a:rPr lang="en">
                <a:solidFill>
                  <a:schemeClr val="accent2"/>
                </a:solidFill>
              </a:rPr>
              <a:t>5%</a:t>
            </a:r>
            <a:endParaRPr>
              <a:solidFill>
                <a:schemeClr val="accent2"/>
              </a:solidFill>
            </a:endParaRPr>
          </a:p>
        </p:txBody>
      </p:sp>
      <p:sp>
        <p:nvSpPr>
          <p:cNvPr id="570" name="Google Shape;570;p57"/>
          <p:cNvSpPr txBox="1"/>
          <p:nvPr>
            <p:ph idx="4294967295" type="title"/>
          </p:nvPr>
        </p:nvSpPr>
        <p:spPr>
          <a:xfrm>
            <a:off x="6087600" y="1156700"/>
            <a:ext cx="1275300" cy="62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2"/>
                </a:solidFill>
              </a:rPr>
              <a:t>95</a:t>
            </a:r>
            <a:r>
              <a:rPr lang="en">
                <a:solidFill>
                  <a:schemeClr val="accent2"/>
                </a:solidFill>
              </a:rPr>
              <a:t>%</a:t>
            </a:r>
            <a:endParaRPr>
              <a:solidFill>
                <a:schemeClr val="accent2"/>
              </a:solidFill>
            </a:endParaRPr>
          </a:p>
        </p:txBody>
      </p:sp>
      <p:sp>
        <p:nvSpPr>
          <p:cNvPr id="571" name="Google Shape;571;p57"/>
          <p:cNvSpPr/>
          <p:nvPr/>
        </p:nvSpPr>
        <p:spPr>
          <a:xfrm>
            <a:off x="719950" y="2915300"/>
            <a:ext cx="2336400" cy="30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7"/>
          <p:cNvSpPr/>
          <p:nvPr/>
        </p:nvSpPr>
        <p:spPr>
          <a:xfrm>
            <a:off x="6087650" y="1776800"/>
            <a:ext cx="2336400" cy="1438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7"/>
          <p:cNvSpPr/>
          <p:nvPr/>
        </p:nvSpPr>
        <p:spPr>
          <a:xfrm>
            <a:off x="3403800" y="2343200"/>
            <a:ext cx="2336400" cy="872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 name="Shape 577"/>
        <p:cNvGrpSpPr/>
        <p:nvPr/>
      </p:nvGrpSpPr>
      <p:grpSpPr>
        <a:xfrm>
          <a:off x="0" y="0"/>
          <a:ext cx="0" cy="0"/>
          <a:chOff x="0" y="0"/>
          <a:chExt cx="0" cy="0"/>
        </a:xfrm>
      </p:grpSpPr>
      <p:sp>
        <p:nvSpPr>
          <p:cNvPr id="578" name="Google Shape;578;p58"/>
          <p:cNvSpPr txBox="1"/>
          <p:nvPr>
            <p:ph idx="1" type="subTitle"/>
          </p:nvPr>
        </p:nvSpPr>
        <p:spPr>
          <a:xfrm>
            <a:off x="1740000" y="2957550"/>
            <a:ext cx="5664000" cy="39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579" name="Google Shape;579;p58"/>
          <p:cNvSpPr txBox="1"/>
          <p:nvPr>
            <p:ph type="title"/>
          </p:nvPr>
        </p:nvSpPr>
        <p:spPr>
          <a:xfrm>
            <a:off x="1740000" y="1788150"/>
            <a:ext cx="5664000" cy="11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4,498,300,000</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 name="Shape 583"/>
        <p:cNvGrpSpPr/>
        <p:nvPr/>
      </p:nvGrpSpPr>
      <p:grpSpPr>
        <a:xfrm>
          <a:off x="0" y="0"/>
          <a:ext cx="0" cy="0"/>
          <a:chOff x="0" y="0"/>
          <a:chExt cx="0" cy="0"/>
        </a:xfrm>
      </p:grpSpPr>
      <p:sp>
        <p:nvSpPr>
          <p:cNvPr id="584" name="Google Shape;584;p59"/>
          <p:cNvSpPr txBox="1"/>
          <p:nvPr>
            <p:ph type="title"/>
          </p:nvPr>
        </p:nvSpPr>
        <p:spPr>
          <a:xfrm>
            <a:off x="2208150" y="540000"/>
            <a:ext cx="47277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585" name="Google Shape;585;p59"/>
          <p:cNvSpPr txBox="1"/>
          <p:nvPr>
            <p:ph idx="1" type="subTitle"/>
          </p:nvPr>
        </p:nvSpPr>
        <p:spPr>
          <a:xfrm>
            <a:off x="2208150" y="1246023"/>
            <a:ext cx="47277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a:p>
            <a:pPr indent="0" lvl="0" marL="0" rtl="0" algn="ctr">
              <a:spcBef>
                <a:spcPts val="0"/>
              </a:spcBef>
              <a:spcAft>
                <a:spcPts val="0"/>
              </a:spcAft>
              <a:buNone/>
            </a:pPr>
            <a:r>
              <a:t/>
            </a:r>
            <a:endParaRPr/>
          </a:p>
        </p:txBody>
      </p:sp>
      <p:sp>
        <p:nvSpPr>
          <p:cNvPr id="586" name="Google Shape;586;p59"/>
          <p:cNvSpPr txBox="1"/>
          <p:nvPr>
            <p:ph idx="2" type="title"/>
          </p:nvPr>
        </p:nvSpPr>
        <p:spPr>
          <a:xfrm>
            <a:off x="2208150" y="1996134"/>
            <a:ext cx="47277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587" name="Google Shape;587;p59"/>
          <p:cNvSpPr txBox="1"/>
          <p:nvPr>
            <p:ph idx="3" type="subTitle"/>
          </p:nvPr>
        </p:nvSpPr>
        <p:spPr>
          <a:xfrm>
            <a:off x="2208150" y="2702157"/>
            <a:ext cx="47277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588" name="Google Shape;588;p59"/>
          <p:cNvSpPr txBox="1"/>
          <p:nvPr>
            <p:ph idx="4" type="title"/>
          </p:nvPr>
        </p:nvSpPr>
        <p:spPr>
          <a:xfrm>
            <a:off x="2208150" y="3452280"/>
            <a:ext cx="47277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589" name="Google Shape;589;p59"/>
          <p:cNvSpPr txBox="1"/>
          <p:nvPr>
            <p:ph idx="5" type="subTitle"/>
          </p:nvPr>
        </p:nvSpPr>
        <p:spPr>
          <a:xfrm>
            <a:off x="2208150" y="4158303"/>
            <a:ext cx="47277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 name="Shape 593"/>
        <p:cNvGrpSpPr/>
        <p:nvPr/>
      </p:nvGrpSpPr>
      <p:grpSpPr>
        <a:xfrm>
          <a:off x="0" y="0"/>
          <a:ext cx="0" cy="0"/>
          <a:chOff x="0" y="0"/>
          <a:chExt cx="0" cy="0"/>
        </a:xfrm>
      </p:grpSpPr>
      <p:sp>
        <p:nvSpPr>
          <p:cNvPr id="594" name="Google Shape;594;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t>
            </a:r>
            <a:r>
              <a:rPr lang="en"/>
              <a:t>et’s use some percentages</a:t>
            </a:r>
            <a:endParaRPr/>
          </a:p>
        </p:txBody>
      </p:sp>
      <p:sp>
        <p:nvSpPr>
          <p:cNvPr id="595" name="Google Shape;595;p60"/>
          <p:cNvSpPr txBox="1"/>
          <p:nvPr>
            <p:ph idx="6" type="subTitle"/>
          </p:nvPr>
        </p:nvSpPr>
        <p:spPr>
          <a:xfrm>
            <a:off x="6087600" y="2482875"/>
            <a:ext cx="233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96" name="Google Shape;596;p60"/>
          <p:cNvSpPr txBox="1"/>
          <p:nvPr>
            <p:ph idx="1" type="subTitle"/>
          </p:nvPr>
        </p:nvSpPr>
        <p:spPr>
          <a:xfrm>
            <a:off x="720000" y="2482875"/>
            <a:ext cx="233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97" name="Google Shape;597;p60"/>
          <p:cNvSpPr txBox="1"/>
          <p:nvPr>
            <p:ph idx="2" type="subTitle"/>
          </p:nvPr>
        </p:nvSpPr>
        <p:spPr>
          <a:xfrm>
            <a:off x="720000" y="2967679"/>
            <a:ext cx="2336400" cy="67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598" name="Google Shape;598;p60"/>
          <p:cNvSpPr txBox="1"/>
          <p:nvPr>
            <p:ph idx="3" type="subTitle"/>
          </p:nvPr>
        </p:nvSpPr>
        <p:spPr>
          <a:xfrm>
            <a:off x="3403800" y="2967679"/>
            <a:ext cx="2336400" cy="67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599" name="Google Shape;599;p60"/>
          <p:cNvSpPr txBox="1"/>
          <p:nvPr>
            <p:ph idx="4" type="subTitle"/>
          </p:nvPr>
        </p:nvSpPr>
        <p:spPr>
          <a:xfrm>
            <a:off x="6087600" y="2967679"/>
            <a:ext cx="2336400" cy="67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600" name="Google Shape;600;p60"/>
          <p:cNvSpPr txBox="1"/>
          <p:nvPr>
            <p:ph idx="5" type="subTitle"/>
          </p:nvPr>
        </p:nvSpPr>
        <p:spPr>
          <a:xfrm>
            <a:off x="3403800" y="2482875"/>
            <a:ext cx="233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01" name="Google Shape;601;p60"/>
          <p:cNvSpPr txBox="1"/>
          <p:nvPr>
            <p:ph idx="7" type="title"/>
          </p:nvPr>
        </p:nvSpPr>
        <p:spPr>
          <a:xfrm>
            <a:off x="1250550" y="3647175"/>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602" name="Google Shape;602;p60"/>
          <p:cNvSpPr txBox="1"/>
          <p:nvPr>
            <p:ph idx="8" type="title"/>
          </p:nvPr>
        </p:nvSpPr>
        <p:spPr>
          <a:xfrm>
            <a:off x="3934350" y="3647175"/>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45%</a:t>
            </a:r>
            <a:endParaRPr/>
          </a:p>
        </p:txBody>
      </p:sp>
      <p:sp>
        <p:nvSpPr>
          <p:cNvPr id="603" name="Google Shape;603;p60"/>
          <p:cNvSpPr txBox="1"/>
          <p:nvPr>
            <p:ph idx="9" type="title"/>
          </p:nvPr>
        </p:nvSpPr>
        <p:spPr>
          <a:xfrm>
            <a:off x="6618150" y="3647175"/>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604" name="Google Shape;604;p60"/>
          <p:cNvSpPr/>
          <p:nvPr/>
        </p:nvSpPr>
        <p:spPr>
          <a:xfrm>
            <a:off x="937950" y="1793700"/>
            <a:ext cx="1900500" cy="36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60"/>
          <p:cNvSpPr/>
          <p:nvPr/>
        </p:nvSpPr>
        <p:spPr>
          <a:xfrm>
            <a:off x="3621750" y="1793700"/>
            <a:ext cx="1900500" cy="36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60"/>
          <p:cNvSpPr/>
          <p:nvPr/>
        </p:nvSpPr>
        <p:spPr>
          <a:xfrm>
            <a:off x="6305550" y="1793700"/>
            <a:ext cx="1900500" cy="36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60"/>
          <p:cNvSpPr/>
          <p:nvPr/>
        </p:nvSpPr>
        <p:spPr>
          <a:xfrm>
            <a:off x="937950" y="1793700"/>
            <a:ext cx="507000" cy="36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60"/>
          <p:cNvSpPr/>
          <p:nvPr/>
        </p:nvSpPr>
        <p:spPr>
          <a:xfrm>
            <a:off x="3575425" y="1793700"/>
            <a:ext cx="920700" cy="36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60"/>
          <p:cNvSpPr/>
          <p:nvPr/>
        </p:nvSpPr>
        <p:spPr>
          <a:xfrm>
            <a:off x="6305550" y="1793700"/>
            <a:ext cx="920700" cy="36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 name="Shape 613"/>
        <p:cNvGrpSpPr/>
        <p:nvPr/>
      </p:nvGrpSpPr>
      <p:grpSpPr>
        <a:xfrm>
          <a:off x="0" y="0"/>
          <a:ext cx="0" cy="0"/>
          <a:chOff x="0" y="0"/>
          <a:chExt cx="0" cy="0"/>
        </a:xfrm>
      </p:grpSpPr>
      <p:sp>
        <p:nvSpPr>
          <p:cNvPr id="614" name="Google Shape;614;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Executive summary</a:t>
            </a:r>
            <a:endParaRPr/>
          </a:p>
        </p:txBody>
      </p:sp>
      <p:graphicFrame>
        <p:nvGraphicFramePr>
          <p:cNvPr id="615" name="Google Shape;615;p61"/>
          <p:cNvGraphicFramePr/>
          <p:nvPr/>
        </p:nvGraphicFramePr>
        <p:xfrm>
          <a:off x="724900" y="1361100"/>
          <a:ext cx="3000000" cy="3000000"/>
        </p:xfrm>
        <a:graphic>
          <a:graphicData uri="http://schemas.openxmlformats.org/drawingml/2006/table">
            <a:tbl>
              <a:tblPr>
                <a:noFill/>
                <a:tableStyleId>{00301EAE-386E-4677-8F6F-EA3DAD3813A2}</a:tableStyleId>
              </a:tblPr>
              <a:tblGrid>
                <a:gridCol w="3852000"/>
                <a:gridCol w="3852000"/>
              </a:tblGrid>
              <a:tr h="581825">
                <a:tc gridSpan="2">
                  <a:txBody>
                    <a:bodyPr/>
                    <a:lstStyle/>
                    <a:p>
                      <a:pPr indent="0" lvl="0" marL="0" rtl="0" algn="ctr">
                        <a:spcBef>
                          <a:spcPts val="0"/>
                        </a:spcBef>
                        <a:spcAft>
                          <a:spcPts val="0"/>
                        </a:spcAft>
                        <a:buNone/>
                      </a:pPr>
                      <a:r>
                        <a:rPr lang="en" sz="2400">
                          <a:solidFill>
                            <a:schemeClr val="dk1"/>
                          </a:solidFill>
                          <a:latin typeface="Noto Serif Ethiopic"/>
                          <a:ea typeface="Noto Serif Ethiopic"/>
                          <a:cs typeface="Noto Serif Ethiopic"/>
                          <a:sym typeface="Noto Serif Ethiopic"/>
                        </a:rPr>
                        <a:t>Venus is a hot planet</a:t>
                      </a:r>
                      <a:endParaRPr sz="2400">
                        <a:solidFill>
                          <a:schemeClr val="dk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r>
              <a:tr h="731500">
                <a:tc gridSpan="2">
                  <a:txBody>
                    <a:bodyPr/>
                    <a:lstStyle/>
                    <a:p>
                      <a:pPr indent="0" lvl="0" marL="0" rtl="0" algn="l">
                        <a:spcBef>
                          <a:spcPts val="0"/>
                        </a:spcBef>
                        <a:spcAft>
                          <a:spcPts val="0"/>
                        </a:spcAft>
                        <a:buNone/>
                      </a:pPr>
                      <a:r>
                        <a:rPr lang="en" sz="1200">
                          <a:solidFill>
                            <a:schemeClr val="dk1"/>
                          </a:solidFill>
                          <a:latin typeface="Akatab"/>
                          <a:ea typeface="Akatab"/>
                          <a:cs typeface="Akatab"/>
                          <a:sym typeface="Akatab"/>
                        </a:rPr>
                        <a:t>Venus has a beautiful name and is the 2nd planet from the Sun. It’s terribly hot, even hotter than Mercury, and its atmosphere is extremely poisonous. It’s the second-brightest natural object in the night sky after the Moon</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r>
              <a:tr h="581825">
                <a:tc>
                  <a:txBody>
                    <a:bodyPr/>
                    <a:lstStyle/>
                    <a:p>
                      <a:pPr indent="0" lvl="0" marL="0" rtl="0" algn="ctr">
                        <a:spcBef>
                          <a:spcPts val="0"/>
                        </a:spcBef>
                        <a:spcAft>
                          <a:spcPts val="0"/>
                        </a:spcAft>
                        <a:buNone/>
                      </a:pPr>
                      <a:r>
                        <a:rPr lang="en" sz="2400">
                          <a:solidFill>
                            <a:schemeClr val="dk1"/>
                          </a:solidFill>
                          <a:latin typeface="Noto Serif Ethiopic"/>
                          <a:ea typeface="Noto Serif Ethiopic"/>
                          <a:cs typeface="Noto Serif Ethiopic"/>
                          <a:sym typeface="Noto Serif Ethiopic"/>
                        </a:rPr>
                        <a:t>Mars</a:t>
                      </a:r>
                      <a:endParaRPr sz="2400">
                        <a:solidFill>
                          <a:schemeClr val="dk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dk1"/>
                          </a:solidFill>
                          <a:latin typeface="Noto Serif Ethiopic"/>
                          <a:ea typeface="Noto Serif Ethiopic"/>
                          <a:cs typeface="Noto Serif Ethiopic"/>
                          <a:sym typeface="Noto Serif Ethiopic"/>
                        </a:rPr>
                        <a:t>Earth</a:t>
                      </a:r>
                      <a:endParaRPr sz="2400">
                        <a:solidFill>
                          <a:schemeClr val="dk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1280125">
                <a:tc>
                  <a:txBody>
                    <a:bodyPr/>
                    <a:lstStyle/>
                    <a:p>
                      <a:pPr indent="-304800" lvl="0" marL="457200" rtl="0" algn="l">
                        <a:spcBef>
                          <a:spcPts val="0"/>
                        </a:spcBef>
                        <a:spcAft>
                          <a:spcPts val="0"/>
                        </a:spcAft>
                        <a:buClr>
                          <a:schemeClr val="dk1"/>
                        </a:buClr>
                        <a:buSzPts val="1200"/>
                        <a:buFont typeface="Akatab"/>
                        <a:buChar char="●"/>
                      </a:pPr>
                      <a:r>
                        <a:rPr lang="en" sz="1200">
                          <a:solidFill>
                            <a:schemeClr val="dk1"/>
                          </a:solidFill>
                          <a:latin typeface="Akatab"/>
                          <a:ea typeface="Akatab"/>
                          <a:cs typeface="Akatab"/>
                          <a:sym typeface="Akatab"/>
                        </a:rPr>
                        <a:t>Mars is a cold planet</a:t>
                      </a:r>
                      <a:endParaRPr sz="1200">
                        <a:solidFill>
                          <a:schemeClr val="dk1"/>
                        </a:solidFill>
                        <a:latin typeface="Akatab"/>
                        <a:ea typeface="Akatab"/>
                        <a:cs typeface="Akatab"/>
                        <a:sym typeface="Akatab"/>
                      </a:endParaRPr>
                    </a:p>
                    <a:p>
                      <a:pPr indent="-304800" lvl="0" marL="457200" rtl="0" algn="l">
                        <a:spcBef>
                          <a:spcPts val="0"/>
                        </a:spcBef>
                        <a:spcAft>
                          <a:spcPts val="0"/>
                        </a:spcAft>
                        <a:buClr>
                          <a:schemeClr val="dk1"/>
                        </a:buClr>
                        <a:buSzPts val="1200"/>
                        <a:buFont typeface="Akatab"/>
                        <a:buChar char="●"/>
                      </a:pPr>
                      <a:r>
                        <a:rPr lang="en" sz="1200">
                          <a:solidFill>
                            <a:schemeClr val="dk1"/>
                          </a:solidFill>
                          <a:latin typeface="Akatab"/>
                          <a:ea typeface="Akatab"/>
                          <a:cs typeface="Akatab"/>
                          <a:sym typeface="Akatab"/>
                        </a:rPr>
                        <a:t>Mars is full of iron oxide dust</a:t>
                      </a:r>
                      <a:endParaRPr sz="1200">
                        <a:solidFill>
                          <a:schemeClr val="dk1"/>
                        </a:solidFill>
                        <a:latin typeface="Akatab"/>
                        <a:ea typeface="Akatab"/>
                        <a:cs typeface="Akatab"/>
                        <a:sym typeface="Akatab"/>
                      </a:endParaRPr>
                    </a:p>
                    <a:p>
                      <a:pPr indent="-304800" lvl="0" marL="457200" rtl="0" algn="l">
                        <a:spcBef>
                          <a:spcPts val="0"/>
                        </a:spcBef>
                        <a:spcAft>
                          <a:spcPts val="0"/>
                        </a:spcAft>
                        <a:buClr>
                          <a:schemeClr val="dk1"/>
                        </a:buClr>
                        <a:buSzPts val="1200"/>
                        <a:buFont typeface="Akatab"/>
                        <a:buChar char="●"/>
                      </a:pPr>
                      <a:r>
                        <a:rPr lang="en" sz="1200">
                          <a:solidFill>
                            <a:schemeClr val="dk1"/>
                          </a:solidFill>
                          <a:latin typeface="Akatab"/>
                          <a:ea typeface="Akatab"/>
                          <a:cs typeface="Akatab"/>
                          <a:sym typeface="Akatab"/>
                        </a:rPr>
                        <a:t>Despite being red, Mars is actually a cold place</a:t>
                      </a:r>
                      <a:endParaRPr sz="1200">
                        <a:solidFill>
                          <a:schemeClr val="dk1"/>
                        </a:solidFill>
                        <a:latin typeface="Akatab"/>
                        <a:ea typeface="Akatab"/>
                        <a:cs typeface="Akatab"/>
                        <a:sym typeface="Akatab"/>
                      </a:endParaRPr>
                    </a:p>
                    <a:p>
                      <a:pPr indent="-304800" lvl="0" marL="457200" rtl="0" algn="l">
                        <a:spcBef>
                          <a:spcPts val="0"/>
                        </a:spcBef>
                        <a:spcAft>
                          <a:spcPts val="0"/>
                        </a:spcAft>
                        <a:buClr>
                          <a:schemeClr val="dk1"/>
                        </a:buClr>
                        <a:buSzPts val="1200"/>
                        <a:buFont typeface="Akatab"/>
                        <a:buChar char="●"/>
                      </a:pPr>
                      <a:r>
                        <a:rPr lang="en" sz="1200">
                          <a:solidFill>
                            <a:schemeClr val="dk1"/>
                          </a:solidFill>
                          <a:latin typeface="Akatab"/>
                          <a:ea typeface="Akatab"/>
                          <a:cs typeface="Akatab"/>
                          <a:sym typeface="Akatab"/>
                        </a:rPr>
                        <a:t>Despite being red, Mars is very cold</a:t>
                      </a:r>
                      <a:endParaRPr sz="1200">
                        <a:solidFill>
                          <a:schemeClr val="dk1"/>
                        </a:solidFill>
                        <a:latin typeface="Akatab"/>
                        <a:ea typeface="Akatab"/>
                        <a:cs typeface="Akatab"/>
                        <a:sym typeface="Akatab"/>
                      </a:endParaRPr>
                    </a:p>
                    <a:p>
                      <a:pPr indent="-304800" lvl="0" marL="457200" rtl="0" algn="l">
                        <a:spcBef>
                          <a:spcPts val="0"/>
                        </a:spcBef>
                        <a:spcAft>
                          <a:spcPts val="0"/>
                        </a:spcAft>
                        <a:buClr>
                          <a:schemeClr val="dk1"/>
                        </a:buClr>
                        <a:buSzPts val="1200"/>
                        <a:buFont typeface="Akatab"/>
                        <a:buChar char="●"/>
                      </a:pPr>
                      <a:r>
                        <a:rPr lang="en" sz="1200">
                          <a:solidFill>
                            <a:schemeClr val="dk1"/>
                          </a:solidFill>
                          <a:latin typeface="Akatab"/>
                          <a:ea typeface="Akatab"/>
                          <a:cs typeface="Akatab"/>
                          <a:sym typeface="Akatab"/>
                        </a:rPr>
                        <a:t>Mars was named after a god</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304800" lvl="0" marL="457200" rtl="0" algn="l">
                        <a:spcBef>
                          <a:spcPts val="0"/>
                        </a:spcBef>
                        <a:spcAft>
                          <a:spcPts val="0"/>
                        </a:spcAft>
                        <a:buClr>
                          <a:schemeClr val="dk1"/>
                        </a:buClr>
                        <a:buSzPts val="1200"/>
                        <a:buFont typeface="Akatab"/>
                        <a:buChar char="●"/>
                      </a:pPr>
                      <a:r>
                        <a:rPr lang="en" sz="1200">
                          <a:solidFill>
                            <a:schemeClr val="dk1"/>
                          </a:solidFill>
                          <a:latin typeface="Akatab"/>
                          <a:ea typeface="Akatab"/>
                          <a:cs typeface="Akatab"/>
                          <a:sym typeface="Akatab"/>
                        </a:rPr>
                        <a:t>Earth is the third planet from the Sun</a:t>
                      </a:r>
                      <a:endParaRPr sz="1200">
                        <a:solidFill>
                          <a:schemeClr val="dk1"/>
                        </a:solidFill>
                        <a:latin typeface="Akatab"/>
                        <a:ea typeface="Akatab"/>
                        <a:cs typeface="Akatab"/>
                        <a:sym typeface="Akatab"/>
                      </a:endParaRPr>
                    </a:p>
                    <a:p>
                      <a:pPr indent="-304800" lvl="0" marL="457200" rtl="0" algn="l">
                        <a:spcBef>
                          <a:spcPts val="0"/>
                        </a:spcBef>
                        <a:spcAft>
                          <a:spcPts val="0"/>
                        </a:spcAft>
                        <a:buClr>
                          <a:schemeClr val="dk1"/>
                        </a:buClr>
                        <a:buSzPts val="1200"/>
                        <a:buFont typeface="Akatab"/>
                        <a:buChar char="●"/>
                      </a:pPr>
                      <a:r>
                        <a:rPr lang="en" sz="1200">
                          <a:solidFill>
                            <a:schemeClr val="dk1"/>
                          </a:solidFill>
                          <a:latin typeface="Akatab"/>
                          <a:ea typeface="Akatab"/>
                          <a:cs typeface="Akatab"/>
                          <a:sym typeface="Akatab"/>
                        </a:rPr>
                        <a:t>Earth is the planet on which we all live</a:t>
                      </a:r>
                      <a:endParaRPr sz="1200">
                        <a:solidFill>
                          <a:schemeClr val="dk1"/>
                        </a:solidFill>
                        <a:latin typeface="Akatab"/>
                        <a:ea typeface="Akatab"/>
                        <a:cs typeface="Akatab"/>
                        <a:sym typeface="Akatab"/>
                      </a:endParaRPr>
                    </a:p>
                    <a:p>
                      <a:pPr indent="-304800" lvl="0" marL="457200" rtl="0" algn="l">
                        <a:spcBef>
                          <a:spcPts val="0"/>
                        </a:spcBef>
                        <a:spcAft>
                          <a:spcPts val="0"/>
                        </a:spcAft>
                        <a:buClr>
                          <a:schemeClr val="dk1"/>
                        </a:buClr>
                        <a:buSzPts val="1200"/>
                        <a:buFont typeface="Akatab"/>
                        <a:buChar char="●"/>
                      </a:pPr>
                      <a:r>
                        <a:rPr lang="en" sz="1200">
                          <a:solidFill>
                            <a:schemeClr val="dk1"/>
                          </a:solidFill>
                          <a:latin typeface="Akatab"/>
                          <a:ea typeface="Akatab"/>
                          <a:cs typeface="Akatab"/>
                          <a:sym typeface="Akatab"/>
                        </a:rPr>
                        <a:t>Earth is the only planet that harbors life</a:t>
                      </a:r>
                      <a:endParaRPr sz="1200">
                        <a:solidFill>
                          <a:schemeClr val="dk1"/>
                        </a:solidFill>
                        <a:latin typeface="Akatab"/>
                        <a:ea typeface="Akatab"/>
                        <a:cs typeface="Akatab"/>
                        <a:sym typeface="Akatab"/>
                      </a:endParaRPr>
                    </a:p>
                    <a:p>
                      <a:pPr indent="-304800" lvl="0" marL="457200" rtl="0" algn="l">
                        <a:spcBef>
                          <a:spcPts val="0"/>
                        </a:spcBef>
                        <a:spcAft>
                          <a:spcPts val="0"/>
                        </a:spcAft>
                        <a:buClr>
                          <a:schemeClr val="dk1"/>
                        </a:buClr>
                        <a:buSzPts val="1200"/>
                        <a:buFont typeface="Akatab"/>
                        <a:buChar char="●"/>
                      </a:pPr>
                      <a:r>
                        <a:rPr lang="en" sz="1200">
                          <a:solidFill>
                            <a:schemeClr val="dk1"/>
                          </a:solidFill>
                          <a:latin typeface="Akatab"/>
                          <a:ea typeface="Akatab"/>
                          <a:cs typeface="Akatab"/>
                          <a:sym typeface="Akatab"/>
                        </a:rPr>
                        <a:t>Earth is the 3th planet from the Sun</a:t>
                      </a:r>
                      <a:endParaRPr sz="1200">
                        <a:solidFill>
                          <a:schemeClr val="dk1"/>
                        </a:solidFill>
                        <a:latin typeface="Akatab"/>
                        <a:ea typeface="Akatab"/>
                        <a:cs typeface="Akatab"/>
                        <a:sym typeface="Akatab"/>
                      </a:endParaRPr>
                    </a:p>
                    <a:p>
                      <a:pPr indent="-304800" lvl="0" marL="457200" rtl="0" algn="l">
                        <a:spcBef>
                          <a:spcPts val="0"/>
                        </a:spcBef>
                        <a:spcAft>
                          <a:spcPts val="0"/>
                        </a:spcAft>
                        <a:buClr>
                          <a:schemeClr val="dk1"/>
                        </a:buClr>
                        <a:buSzPts val="1200"/>
                        <a:buFont typeface="Akatab"/>
                        <a:buChar char="●"/>
                      </a:pPr>
                      <a:r>
                        <a:rPr lang="en" sz="1200">
                          <a:solidFill>
                            <a:schemeClr val="dk1"/>
                          </a:solidFill>
                          <a:latin typeface="Akatab"/>
                          <a:ea typeface="Akatab"/>
                          <a:cs typeface="Akatab"/>
                          <a:sym typeface="Akatab"/>
                        </a:rPr>
                        <a:t>Earth is the only planet known to harbor life</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 name="Shape 619"/>
        <p:cNvGrpSpPr/>
        <p:nvPr/>
      </p:nvGrpSpPr>
      <p:grpSpPr>
        <a:xfrm>
          <a:off x="0" y="0"/>
          <a:ext cx="0" cy="0"/>
          <a:chOff x="0" y="0"/>
          <a:chExt cx="0" cy="0"/>
        </a:xfrm>
      </p:grpSpPr>
      <p:sp>
        <p:nvSpPr>
          <p:cNvPr id="620" name="Google Shape;620;p62"/>
          <p:cNvSpPr txBox="1"/>
          <p:nvPr>
            <p:ph type="title"/>
          </p:nvPr>
        </p:nvSpPr>
        <p:spPr>
          <a:xfrm>
            <a:off x="2020350" y="445025"/>
            <a:ext cx="5103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Computer mockup</a:t>
            </a:r>
            <a:endParaRPr/>
          </a:p>
        </p:txBody>
      </p:sp>
      <p:sp>
        <p:nvSpPr>
          <p:cNvPr id="621" name="Google Shape;621;p62"/>
          <p:cNvSpPr txBox="1"/>
          <p:nvPr>
            <p:ph idx="1" type="subTitle"/>
          </p:nvPr>
        </p:nvSpPr>
        <p:spPr>
          <a:xfrm>
            <a:off x="2020350" y="4035800"/>
            <a:ext cx="5103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grpSp>
        <p:nvGrpSpPr>
          <p:cNvPr id="622" name="Google Shape;622;p62"/>
          <p:cNvGrpSpPr/>
          <p:nvPr/>
        </p:nvGrpSpPr>
        <p:grpSpPr>
          <a:xfrm>
            <a:off x="2688620" y="1270082"/>
            <a:ext cx="3766539" cy="2619239"/>
            <a:chOff x="2266050" y="662750"/>
            <a:chExt cx="4611900" cy="3207100"/>
          </a:xfrm>
        </p:grpSpPr>
        <p:sp>
          <p:nvSpPr>
            <p:cNvPr id="623" name="Google Shape;623;p62"/>
            <p:cNvSpPr/>
            <p:nvPr/>
          </p:nvSpPr>
          <p:spPr>
            <a:xfrm>
              <a:off x="2266050" y="662750"/>
              <a:ext cx="4611900" cy="2804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62"/>
            <p:cNvSpPr/>
            <p:nvPr/>
          </p:nvSpPr>
          <p:spPr>
            <a:xfrm>
              <a:off x="4126950" y="3467550"/>
              <a:ext cx="890100" cy="288900"/>
            </a:xfrm>
            <a:prstGeom prst="trapezoid">
              <a:avLst>
                <a:gd fmla="val 25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62"/>
            <p:cNvSpPr/>
            <p:nvPr/>
          </p:nvSpPr>
          <p:spPr>
            <a:xfrm>
              <a:off x="3839400" y="3756450"/>
              <a:ext cx="1465200" cy="113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62"/>
            <p:cNvSpPr/>
            <p:nvPr/>
          </p:nvSpPr>
          <p:spPr>
            <a:xfrm>
              <a:off x="2266050" y="3354150"/>
              <a:ext cx="4611900" cy="113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27" name="Google Shape;627;p62"/>
          <p:cNvPicPr preferRelativeResize="0"/>
          <p:nvPr/>
        </p:nvPicPr>
        <p:blipFill>
          <a:blip r:embed="rId3">
            <a:alphaModFix/>
          </a:blip>
          <a:stretch>
            <a:fillRect/>
          </a:stretch>
        </p:blipFill>
        <p:spPr>
          <a:xfrm>
            <a:off x="2764590" y="1367084"/>
            <a:ext cx="3614822" cy="2033344"/>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 name="Shape 631"/>
        <p:cNvGrpSpPr/>
        <p:nvPr/>
      </p:nvGrpSpPr>
      <p:grpSpPr>
        <a:xfrm>
          <a:off x="0" y="0"/>
          <a:ext cx="0" cy="0"/>
          <a:chOff x="0" y="0"/>
          <a:chExt cx="0" cy="0"/>
        </a:xfrm>
      </p:grpSpPr>
      <p:sp>
        <p:nvSpPr>
          <p:cNvPr id="632" name="Google Shape;632;p63"/>
          <p:cNvSpPr txBox="1"/>
          <p:nvPr>
            <p:ph idx="1" type="subTitle"/>
          </p:nvPr>
        </p:nvSpPr>
        <p:spPr>
          <a:xfrm>
            <a:off x="4300156" y="2571750"/>
            <a:ext cx="3544800" cy="73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633" name="Google Shape;633;p63"/>
          <p:cNvSpPr txBox="1"/>
          <p:nvPr>
            <p:ph type="title"/>
          </p:nvPr>
        </p:nvSpPr>
        <p:spPr>
          <a:xfrm>
            <a:off x="4300156" y="1836750"/>
            <a:ext cx="3544800" cy="735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Tablet mockup</a:t>
            </a:r>
            <a:endParaRPr/>
          </a:p>
        </p:txBody>
      </p:sp>
      <p:grpSp>
        <p:nvGrpSpPr>
          <p:cNvPr id="634" name="Google Shape;634;p63"/>
          <p:cNvGrpSpPr/>
          <p:nvPr/>
        </p:nvGrpSpPr>
        <p:grpSpPr>
          <a:xfrm>
            <a:off x="1299044" y="953285"/>
            <a:ext cx="2717688" cy="3236930"/>
            <a:chOff x="1190540" y="809100"/>
            <a:chExt cx="2959800" cy="3525300"/>
          </a:xfrm>
        </p:grpSpPr>
        <p:sp>
          <p:nvSpPr>
            <p:cNvPr id="635" name="Google Shape;635;p63"/>
            <p:cNvSpPr/>
            <p:nvPr/>
          </p:nvSpPr>
          <p:spPr>
            <a:xfrm>
              <a:off x="1190540" y="809100"/>
              <a:ext cx="2959800" cy="352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63"/>
            <p:cNvSpPr/>
            <p:nvPr/>
          </p:nvSpPr>
          <p:spPr>
            <a:xfrm>
              <a:off x="2180904" y="4128500"/>
              <a:ext cx="979200" cy="55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63"/>
            <p:cNvSpPr/>
            <p:nvPr/>
          </p:nvSpPr>
          <p:spPr>
            <a:xfrm>
              <a:off x="2612675" y="947800"/>
              <a:ext cx="115500" cy="115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38" name="Google Shape;638;p63"/>
          <p:cNvPicPr preferRelativeResize="0"/>
          <p:nvPr/>
        </p:nvPicPr>
        <p:blipFill rotWithShape="1">
          <a:blip r:embed="rId3">
            <a:alphaModFix/>
          </a:blip>
          <a:srcRect b="0" l="0" r="43410" t="0"/>
          <a:stretch/>
        </p:blipFill>
        <p:spPr>
          <a:xfrm>
            <a:off x="1365683" y="1342787"/>
            <a:ext cx="2555914" cy="2540530"/>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 name="Shape 642"/>
        <p:cNvGrpSpPr/>
        <p:nvPr/>
      </p:nvGrpSpPr>
      <p:grpSpPr>
        <a:xfrm>
          <a:off x="0" y="0"/>
          <a:ext cx="0" cy="0"/>
          <a:chOff x="0" y="0"/>
          <a:chExt cx="0" cy="0"/>
        </a:xfrm>
      </p:grpSpPr>
      <p:sp>
        <p:nvSpPr>
          <p:cNvPr id="643" name="Google Shape;643;p64"/>
          <p:cNvSpPr txBox="1"/>
          <p:nvPr>
            <p:ph idx="1" type="subTitle"/>
          </p:nvPr>
        </p:nvSpPr>
        <p:spPr>
          <a:xfrm>
            <a:off x="1614200" y="2589150"/>
            <a:ext cx="3432900" cy="67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644" name="Google Shape;644;p64"/>
          <p:cNvSpPr txBox="1"/>
          <p:nvPr>
            <p:ph type="title"/>
          </p:nvPr>
        </p:nvSpPr>
        <p:spPr>
          <a:xfrm>
            <a:off x="1614200" y="1878450"/>
            <a:ext cx="3432900" cy="71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grpSp>
        <p:nvGrpSpPr>
          <p:cNvPr id="645" name="Google Shape;645;p64"/>
          <p:cNvGrpSpPr/>
          <p:nvPr/>
        </p:nvGrpSpPr>
        <p:grpSpPr>
          <a:xfrm>
            <a:off x="5530300" y="1114950"/>
            <a:ext cx="1999500" cy="2913600"/>
            <a:chOff x="5432450" y="1276500"/>
            <a:chExt cx="1999500" cy="2913600"/>
          </a:xfrm>
        </p:grpSpPr>
        <p:sp>
          <p:nvSpPr>
            <p:cNvPr id="646" name="Google Shape;646;p64"/>
            <p:cNvSpPr/>
            <p:nvPr/>
          </p:nvSpPr>
          <p:spPr>
            <a:xfrm>
              <a:off x="5432450" y="1276500"/>
              <a:ext cx="1999500" cy="2913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64"/>
            <p:cNvSpPr/>
            <p:nvPr/>
          </p:nvSpPr>
          <p:spPr>
            <a:xfrm>
              <a:off x="5953550" y="3972450"/>
              <a:ext cx="957300" cy="72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64"/>
            <p:cNvSpPr/>
            <p:nvPr/>
          </p:nvSpPr>
          <p:spPr>
            <a:xfrm>
              <a:off x="6201500" y="1483336"/>
              <a:ext cx="461400" cy="24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49" name="Google Shape;649;p64"/>
          <p:cNvPicPr preferRelativeResize="0"/>
          <p:nvPr/>
        </p:nvPicPr>
        <p:blipFill rotWithShape="1">
          <a:blip r:embed="rId3">
            <a:alphaModFix/>
          </a:blip>
          <a:srcRect b="4412" l="33471" r="33520" t="21183"/>
          <a:stretch/>
        </p:blipFill>
        <p:spPr>
          <a:xfrm>
            <a:off x="5676575" y="1469375"/>
            <a:ext cx="1704499" cy="216115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 name="Shape 653"/>
        <p:cNvGrpSpPr/>
        <p:nvPr/>
      </p:nvGrpSpPr>
      <p:grpSpPr>
        <a:xfrm>
          <a:off x="0" y="0"/>
          <a:ext cx="0" cy="0"/>
          <a:chOff x="0" y="0"/>
          <a:chExt cx="0" cy="0"/>
        </a:xfrm>
      </p:grpSpPr>
      <p:sp>
        <p:nvSpPr>
          <p:cNvPr id="654" name="Google Shape;654;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a:t>
            </a:r>
            <a:r>
              <a:rPr lang="en"/>
              <a:t>timeline always works well</a:t>
            </a:r>
            <a:endParaRPr/>
          </a:p>
        </p:txBody>
      </p:sp>
      <p:sp>
        <p:nvSpPr>
          <p:cNvPr id="655" name="Google Shape;655;p65"/>
          <p:cNvSpPr/>
          <p:nvPr/>
        </p:nvSpPr>
        <p:spPr>
          <a:xfrm>
            <a:off x="4048091" y="1857014"/>
            <a:ext cx="1051800" cy="80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65"/>
          <p:cNvSpPr/>
          <p:nvPr/>
        </p:nvSpPr>
        <p:spPr>
          <a:xfrm>
            <a:off x="4048091" y="2616286"/>
            <a:ext cx="1051800" cy="80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65"/>
          <p:cNvSpPr/>
          <p:nvPr/>
        </p:nvSpPr>
        <p:spPr>
          <a:xfrm>
            <a:off x="4048091" y="3375559"/>
            <a:ext cx="1051800" cy="80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65"/>
          <p:cNvSpPr/>
          <p:nvPr/>
        </p:nvSpPr>
        <p:spPr>
          <a:xfrm>
            <a:off x="4048091" y="4134831"/>
            <a:ext cx="1051800" cy="80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65"/>
          <p:cNvSpPr txBox="1"/>
          <p:nvPr>
            <p:ph idx="4294967295" type="subTitle"/>
          </p:nvPr>
        </p:nvSpPr>
        <p:spPr>
          <a:xfrm>
            <a:off x="1381300" y="1640281"/>
            <a:ext cx="1900800" cy="423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400">
                <a:latin typeface="Noto Serif Ethiopic"/>
                <a:ea typeface="Noto Serif Ethiopic"/>
                <a:cs typeface="Noto Serif Ethiopic"/>
                <a:sym typeface="Noto Serif Ethiopic"/>
              </a:rPr>
              <a:t>Mercury</a:t>
            </a:r>
            <a:endParaRPr sz="2400">
              <a:latin typeface="Noto Serif Ethiopic"/>
              <a:ea typeface="Noto Serif Ethiopic"/>
              <a:cs typeface="Noto Serif Ethiopic"/>
              <a:sym typeface="Noto Serif Ethiopic"/>
            </a:endParaRPr>
          </a:p>
        </p:txBody>
      </p:sp>
      <p:sp>
        <p:nvSpPr>
          <p:cNvPr id="660" name="Google Shape;660;p65"/>
          <p:cNvSpPr txBox="1"/>
          <p:nvPr>
            <p:ph idx="4294967295" type="subTitle"/>
          </p:nvPr>
        </p:nvSpPr>
        <p:spPr>
          <a:xfrm>
            <a:off x="1385287" y="3096451"/>
            <a:ext cx="1900800" cy="50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200"/>
              <a:t>Venus has extremely high temperatures</a:t>
            </a:r>
            <a:endParaRPr sz="1200"/>
          </a:p>
        </p:txBody>
      </p:sp>
      <p:sp>
        <p:nvSpPr>
          <p:cNvPr id="661" name="Google Shape;661;p65"/>
          <p:cNvSpPr txBox="1"/>
          <p:nvPr>
            <p:ph idx="4294967295" type="subTitle"/>
          </p:nvPr>
        </p:nvSpPr>
        <p:spPr>
          <a:xfrm>
            <a:off x="5861900" y="3855723"/>
            <a:ext cx="1900800" cy="5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Jupiter is the biggest planet of them all</a:t>
            </a:r>
            <a:endParaRPr sz="1200"/>
          </a:p>
        </p:txBody>
      </p:sp>
      <p:sp>
        <p:nvSpPr>
          <p:cNvPr id="662" name="Google Shape;662;p65"/>
          <p:cNvSpPr txBox="1"/>
          <p:nvPr>
            <p:ph idx="4294967295" type="subTitle"/>
          </p:nvPr>
        </p:nvSpPr>
        <p:spPr>
          <a:xfrm>
            <a:off x="1385287" y="1987652"/>
            <a:ext cx="1900800" cy="50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200"/>
              <a:t>Mercury is the closest planet to the Sun</a:t>
            </a:r>
            <a:endParaRPr sz="1200"/>
          </a:p>
        </p:txBody>
      </p:sp>
      <p:sp>
        <p:nvSpPr>
          <p:cNvPr id="663" name="Google Shape;663;p65"/>
          <p:cNvSpPr txBox="1"/>
          <p:nvPr>
            <p:ph idx="4294967295" type="subTitle"/>
          </p:nvPr>
        </p:nvSpPr>
        <p:spPr>
          <a:xfrm>
            <a:off x="1381300" y="2749079"/>
            <a:ext cx="1900800" cy="423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400">
                <a:latin typeface="Noto Serif Ethiopic"/>
                <a:ea typeface="Noto Serif Ethiopic"/>
                <a:cs typeface="Noto Serif Ethiopic"/>
                <a:sym typeface="Noto Serif Ethiopic"/>
              </a:rPr>
              <a:t>Venus</a:t>
            </a:r>
            <a:endParaRPr sz="2400">
              <a:latin typeface="Noto Serif Ethiopic"/>
              <a:ea typeface="Noto Serif Ethiopic"/>
              <a:cs typeface="Noto Serif Ethiopic"/>
              <a:sym typeface="Noto Serif Ethiopic"/>
            </a:endParaRPr>
          </a:p>
        </p:txBody>
      </p:sp>
      <p:sp>
        <p:nvSpPr>
          <p:cNvPr id="664" name="Google Shape;664;p65"/>
          <p:cNvSpPr txBox="1"/>
          <p:nvPr>
            <p:ph idx="4294967295" type="subTitle"/>
          </p:nvPr>
        </p:nvSpPr>
        <p:spPr>
          <a:xfrm>
            <a:off x="5861900" y="2399553"/>
            <a:ext cx="1900800" cy="42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Mars</a:t>
            </a:r>
            <a:endParaRPr sz="2400">
              <a:latin typeface="Noto Serif Ethiopic"/>
              <a:ea typeface="Noto Serif Ethiopic"/>
              <a:cs typeface="Noto Serif Ethiopic"/>
              <a:sym typeface="Noto Serif Ethiopic"/>
            </a:endParaRPr>
          </a:p>
        </p:txBody>
      </p:sp>
      <p:sp>
        <p:nvSpPr>
          <p:cNvPr id="665" name="Google Shape;665;p65"/>
          <p:cNvSpPr txBox="1"/>
          <p:nvPr>
            <p:ph idx="4294967295" type="subTitle"/>
          </p:nvPr>
        </p:nvSpPr>
        <p:spPr>
          <a:xfrm>
            <a:off x="5861900" y="2746924"/>
            <a:ext cx="1900800" cy="5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Mars is actually a very cold place</a:t>
            </a:r>
            <a:endParaRPr sz="1200"/>
          </a:p>
        </p:txBody>
      </p:sp>
      <p:sp>
        <p:nvSpPr>
          <p:cNvPr id="666" name="Google Shape;666;p65"/>
          <p:cNvSpPr txBox="1"/>
          <p:nvPr>
            <p:ph idx="4294967295" type="subTitle"/>
          </p:nvPr>
        </p:nvSpPr>
        <p:spPr>
          <a:xfrm>
            <a:off x="5861900" y="3508351"/>
            <a:ext cx="1900800" cy="42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Jupiter</a:t>
            </a:r>
            <a:endParaRPr sz="2400">
              <a:latin typeface="Noto Serif Ethiopic"/>
              <a:ea typeface="Noto Serif Ethiopic"/>
              <a:cs typeface="Noto Serif Ethiopic"/>
              <a:sym typeface="Noto Serif Ethiopic"/>
            </a:endParaRPr>
          </a:p>
        </p:txBody>
      </p:sp>
      <p:cxnSp>
        <p:nvCxnSpPr>
          <p:cNvPr id="667" name="Google Shape;667;p65"/>
          <p:cNvCxnSpPr>
            <a:stCxn id="655" idx="1"/>
            <a:endCxn id="659" idx="3"/>
          </p:cNvCxnSpPr>
          <p:nvPr/>
        </p:nvCxnSpPr>
        <p:spPr>
          <a:xfrm rot="10800000">
            <a:off x="3282191" y="1852064"/>
            <a:ext cx="765900" cy="45300"/>
          </a:xfrm>
          <a:prstGeom prst="bentConnector3">
            <a:avLst>
              <a:gd fmla="val 50006" name="adj1"/>
            </a:avLst>
          </a:prstGeom>
          <a:noFill/>
          <a:ln cap="flat" cmpd="sng" w="9525">
            <a:solidFill>
              <a:schemeClr val="dk1"/>
            </a:solidFill>
            <a:prstDash val="solid"/>
            <a:round/>
            <a:headEnd len="med" w="med" type="none"/>
            <a:tailEnd len="med" w="med" type="diamond"/>
          </a:ln>
        </p:spPr>
      </p:cxnSp>
      <p:cxnSp>
        <p:nvCxnSpPr>
          <p:cNvPr id="668" name="Google Shape;668;p65"/>
          <p:cNvCxnSpPr>
            <a:stCxn id="657" idx="1"/>
            <a:endCxn id="663" idx="3"/>
          </p:cNvCxnSpPr>
          <p:nvPr/>
        </p:nvCxnSpPr>
        <p:spPr>
          <a:xfrm rot="10800000">
            <a:off x="3282191" y="2960809"/>
            <a:ext cx="765900" cy="455100"/>
          </a:xfrm>
          <a:prstGeom prst="bentConnector3">
            <a:avLst>
              <a:gd fmla="val 50006" name="adj1"/>
            </a:avLst>
          </a:prstGeom>
          <a:noFill/>
          <a:ln cap="flat" cmpd="sng" w="9525">
            <a:solidFill>
              <a:schemeClr val="dk1"/>
            </a:solidFill>
            <a:prstDash val="solid"/>
            <a:round/>
            <a:headEnd len="med" w="med" type="none"/>
            <a:tailEnd len="med" w="med" type="diamond"/>
          </a:ln>
        </p:spPr>
      </p:cxnSp>
      <p:cxnSp>
        <p:nvCxnSpPr>
          <p:cNvPr id="669" name="Google Shape;669;p65"/>
          <p:cNvCxnSpPr>
            <a:stCxn id="656" idx="3"/>
            <a:endCxn id="664" idx="1"/>
          </p:cNvCxnSpPr>
          <p:nvPr/>
        </p:nvCxnSpPr>
        <p:spPr>
          <a:xfrm flipH="1" rot="10800000">
            <a:off x="5099891" y="2611336"/>
            <a:ext cx="762000" cy="45300"/>
          </a:xfrm>
          <a:prstGeom prst="bentConnector3">
            <a:avLst>
              <a:gd fmla="val 50000" name="adj1"/>
            </a:avLst>
          </a:prstGeom>
          <a:noFill/>
          <a:ln cap="flat" cmpd="sng" w="9525">
            <a:solidFill>
              <a:schemeClr val="dk1"/>
            </a:solidFill>
            <a:prstDash val="solid"/>
            <a:round/>
            <a:headEnd len="med" w="med" type="none"/>
            <a:tailEnd len="med" w="med" type="diamond"/>
          </a:ln>
        </p:spPr>
      </p:cxnSp>
      <p:cxnSp>
        <p:nvCxnSpPr>
          <p:cNvPr id="670" name="Google Shape;670;p65"/>
          <p:cNvCxnSpPr>
            <a:stCxn id="658" idx="3"/>
            <a:endCxn id="666" idx="1"/>
          </p:cNvCxnSpPr>
          <p:nvPr/>
        </p:nvCxnSpPr>
        <p:spPr>
          <a:xfrm flipH="1" rot="10800000">
            <a:off x="5099891" y="3720081"/>
            <a:ext cx="762000" cy="455100"/>
          </a:xfrm>
          <a:prstGeom prst="bentConnector3">
            <a:avLst>
              <a:gd fmla="val 50000" name="adj1"/>
            </a:avLst>
          </a:prstGeom>
          <a:noFill/>
          <a:ln cap="flat" cmpd="sng" w="9525">
            <a:solidFill>
              <a:schemeClr val="dk1"/>
            </a:solidFill>
            <a:prstDash val="solid"/>
            <a:round/>
            <a:headEnd len="med" w="med" type="none"/>
            <a:tailEnd len="med" w="med" type="diamond"/>
          </a:ln>
        </p:spPr>
      </p:cxnSp>
      <p:sp>
        <p:nvSpPr>
          <p:cNvPr id="671" name="Google Shape;671;p65"/>
          <p:cNvSpPr txBox="1"/>
          <p:nvPr>
            <p:ph idx="4294967295" type="title"/>
          </p:nvPr>
        </p:nvSpPr>
        <p:spPr>
          <a:xfrm>
            <a:off x="4189054" y="1241476"/>
            <a:ext cx="765900" cy="51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rPr>
              <a:t>01</a:t>
            </a:r>
            <a:endParaRPr sz="3000">
              <a:solidFill>
                <a:schemeClr val="accent1"/>
              </a:solidFill>
            </a:endParaRPr>
          </a:p>
        </p:txBody>
      </p:sp>
      <p:sp>
        <p:nvSpPr>
          <p:cNvPr id="672" name="Google Shape;672;p65"/>
          <p:cNvSpPr txBox="1"/>
          <p:nvPr>
            <p:ph idx="4294967295" type="title"/>
          </p:nvPr>
        </p:nvSpPr>
        <p:spPr>
          <a:xfrm>
            <a:off x="4191054" y="2011189"/>
            <a:ext cx="765900" cy="51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02</a:t>
            </a:r>
            <a:endParaRPr sz="3000"/>
          </a:p>
        </p:txBody>
      </p:sp>
      <p:sp>
        <p:nvSpPr>
          <p:cNvPr id="673" name="Google Shape;673;p65"/>
          <p:cNvSpPr txBox="1"/>
          <p:nvPr>
            <p:ph idx="4294967295" type="title"/>
          </p:nvPr>
        </p:nvSpPr>
        <p:spPr>
          <a:xfrm>
            <a:off x="4189054" y="2780902"/>
            <a:ext cx="765900" cy="51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rPr>
              <a:t>03</a:t>
            </a:r>
            <a:endParaRPr sz="3000">
              <a:solidFill>
                <a:schemeClr val="accent1"/>
              </a:solidFill>
            </a:endParaRPr>
          </a:p>
        </p:txBody>
      </p:sp>
      <p:sp>
        <p:nvSpPr>
          <p:cNvPr id="674" name="Google Shape;674;p65"/>
          <p:cNvSpPr txBox="1"/>
          <p:nvPr>
            <p:ph idx="4294967295" type="title"/>
          </p:nvPr>
        </p:nvSpPr>
        <p:spPr>
          <a:xfrm>
            <a:off x="4191054" y="3550614"/>
            <a:ext cx="765900" cy="51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04</a:t>
            </a:r>
            <a:endParaRPr sz="3000"/>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 name="Shape 678"/>
        <p:cNvGrpSpPr/>
        <p:nvPr/>
      </p:nvGrpSpPr>
      <p:grpSpPr>
        <a:xfrm>
          <a:off x="0" y="0"/>
          <a:ext cx="0" cy="0"/>
          <a:chOff x="0" y="0"/>
          <a:chExt cx="0" cy="0"/>
        </a:xfrm>
      </p:grpSpPr>
      <p:sp>
        <p:nvSpPr>
          <p:cNvPr id="679" name="Google Shape;679;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680" name="Google Shape;680;p66"/>
          <p:cNvGrpSpPr/>
          <p:nvPr/>
        </p:nvGrpSpPr>
        <p:grpSpPr>
          <a:xfrm>
            <a:off x="3761251" y="1665043"/>
            <a:ext cx="4255482" cy="2531282"/>
            <a:chOff x="238125" y="732525"/>
            <a:chExt cx="7130500" cy="4241425"/>
          </a:xfrm>
        </p:grpSpPr>
        <p:sp>
          <p:nvSpPr>
            <p:cNvPr id="681" name="Google Shape;681;p6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6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6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6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6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6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6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6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6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6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6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6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6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6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6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6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6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6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6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6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6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6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6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6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6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6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6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6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6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6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6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6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6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6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6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6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6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6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6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6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6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6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6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6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6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6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6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6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6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6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6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6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6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6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6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6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6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6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6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6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6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6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6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6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6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6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6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6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6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6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6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6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6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6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6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6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6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6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6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6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6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 name="Google Shape;795;p66"/>
          <p:cNvSpPr txBox="1"/>
          <p:nvPr/>
        </p:nvSpPr>
        <p:spPr>
          <a:xfrm flipH="1">
            <a:off x="1127267" y="2970587"/>
            <a:ext cx="2143200" cy="506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Noto Serif Ethiopic"/>
                <a:ea typeface="Noto Serif Ethiopic"/>
                <a:cs typeface="Noto Serif Ethiopic"/>
                <a:sym typeface="Noto Serif Ethiopic"/>
              </a:rPr>
              <a:t>Mars</a:t>
            </a:r>
            <a:endParaRPr sz="2400">
              <a:solidFill>
                <a:schemeClr val="dk1"/>
              </a:solidFill>
              <a:latin typeface="Noto Serif Ethiopic"/>
              <a:ea typeface="Noto Serif Ethiopic"/>
              <a:cs typeface="Noto Serif Ethiopic"/>
              <a:sym typeface="Noto Serif Ethiopic"/>
            </a:endParaRPr>
          </a:p>
        </p:txBody>
      </p:sp>
      <p:sp>
        <p:nvSpPr>
          <p:cNvPr id="796" name="Google Shape;796;p66"/>
          <p:cNvSpPr txBox="1"/>
          <p:nvPr/>
        </p:nvSpPr>
        <p:spPr>
          <a:xfrm flipH="1">
            <a:off x="1127267" y="1843788"/>
            <a:ext cx="2143200" cy="506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Noto Serif Ethiopic"/>
                <a:ea typeface="Noto Serif Ethiopic"/>
                <a:cs typeface="Noto Serif Ethiopic"/>
                <a:sym typeface="Noto Serif Ethiopic"/>
              </a:rPr>
              <a:t>Mercury</a:t>
            </a:r>
            <a:endParaRPr sz="2400">
              <a:solidFill>
                <a:schemeClr val="dk1"/>
              </a:solidFill>
              <a:latin typeface="Noto Serif Ethiopic"/>
              <a:ea typeface="Noto Serif Ethiopic"/>
              <a:cs typeface="Noto Serif Ethiopic"/>
              <a:sym typeface="Noto Serif Ethiopic"/>
            </a:endParaRPr>
          </a:p>
        </p:txBody>
      </p:sp>
      <p:sp>
        <p:nvSpPr>
          <p:cNvPr id="797" name="Google Shape;797;p66"/>
          <p:cNvSpPr txBox="1"/>
          <p:nvPr/>
        </p:nvSpPr>
        <p:spPr>
          <a:xfrm flipH="1">
            <a:off x="1127279" y="3476988"/>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Akatab"/>
                <a:ea typeface="Akatab"/>
                <a:cs typeface="Akatab"/>
                <a:sym typeface="Akatab"/>
              </a:rPr>
              <a:t>Despite being red, Mars is a very cold place</a:t>
            </a:r>
            <a:endParaRPr sz="1200">
              <a:solidFill>
                <a:schemeClr val="dk1"/>
              </a:solidFill>
              <a:latin typeface="Akatab"/>
              <a:ea typeface="Akatab"/>
              <a:cs typeface="Akatab"/>
              <a:sym typeface="Akatab"/>
            </a:endParaRPr>
          </a:p>
        </p:txBody>
      </p:sp>
      <p:sp>
        <p:nvSpPr>
          <p:cNvPr id="798" name="Google Shape;798;p66"/>
          <p:cNvSpPr txBox="1"/>
          <p:nvPr/>
        </p:nvSpPr>
        <p:spPr>
          <a:xfrm flipH="1">
            <a:off x="1127268" y="2350210"/>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Akatab"/>
                <a:ea typeface="Akatab"/>
                <a:cs typeface="Akatab"/>
                <a:sym typeface="Akatab"/>
              </a:rPr>
              <a:t>Mercury is the closest planet to the Sun</a:t>
            </a:r>
            <a:endParaRPr sz="1200">
              <a:solidFill>
                <a:schemeClr val="dk1"/>
              </a:solidFill>
              <a:latin typeface="Akatab"/>
              <a:ea typeface="Akatab"/>
              <a:cs typeface="Akatab"/>
              <a:sym typeface="Akatab"/>
            </a:endParaRPr>
          </a:p>
        </p:txBody>
      </p:sp>
      <p:cxnSp>
        <p:nvCxnSpPr>
          <p:cNvPr id="799" name="Google Shape;799;p66"/>
          <p:cNvCxnSpPr>
            <a:stCxn id="796" idx="1"/>
          </p:cNvCxnSpPr>
          <p:nvPr/>
        </p:nvCxnSpPr>
        <p:spPr>
          <a:xfrm>
            <a:off x="3270467" y="2096988"/>
            <a:ext cx="1509900" cy="586800"/>
          </a:xfrm>
          <a:prstGeom prst="bentConnector3">
            <a:avLst>
              <a:gd fmla="val 50000" name="adj1"/>
            </a:avLst>
          </a:prstGeom>
          <a:noFill/>
          <a:ln cap="flat" cmpd="sng" w="9525">
            <a:solidFill>
              <a:schemeClr val="dk1"/>
            </a:solidFill>
            <a:prstDash val="solid"/>
            <a:round/>
            <a:headEnd len="med" w="med" type="none"/>
            <a:tailEnd len="med" w="med" type="diamond"/>
          </a:ln>
        </p:spPr>
      </p:cxnSp>
      <p:cxnSp>
        <p:nvCxnSpPr>
          <p:cNvPr id="800" name="Google Shape;800;p66"/>
          <p:cNvCxnSpPr>
            <a:stCxn id="795" idx="1"/>
          </p:cNvCxnSpPr>
          <p:nvPr/>
        </p:nvCxnSpPr>
        <p:spPr>
          <a:xfrm flipH="1" rot="10800000">
            <a:off x="3270467" y="2637587"/>
            <a:ext cx="3243600" cy="586200"/>
          </a:xfrm>
          <a:prstGeom prst="bentConnector3">
            <a:avLst>
              <a:gd fmla="val 100003" name="adj1"/>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 name="Shape 804"/>
        <p:cNvGrpSpPr/>
        <p:nvPr/>
      </p:nvGrpSpPr>
      <p:grpSpPr>
        <a:xfrm>
          <a:off x="0" y="0"/>
          <a:ext cx="0" cy="0"/>
          <a:chOff x="0" y="0"/>
          <a:chExt cx="0" cy="0"/>
        </a:xfrm>
      </p:grpSpPr>
      <p:sp>
        <p:nvSpPr>
          <p:cNvPr id="805" name="Google Shape;805;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nfographics are visual</a:t>
            </a:r>
            <a:endParaRPr/>
          </a:p>
        </p:txBody>
      </p:sp>
      <p:sp>
        <p:nvSpPr>
          <p:cNvPr id="806" name="Google Shape;806;p67"/>
          <p:cNvSpPr txBox="1"/>
          <p:nvPr>
            <p:ph idx="4294967295" type="subTitle"/>
          </p:nvPr>
        </p:nvSpPr>
        <p:spPr>
          <a:xfrm>
            <a:off x="2711309" y="1861519"/>
            <a:ext cx="1684200" cy="45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latin typeface="Noto Serif Ethiopic"/>
                <a:ea typeface="Noto Serif Ethiopic"/>
                <a:cs typeface="Noto Serif Ethiopic"/>
                <a:sym typeface="Noto Serif Ethiopic"/>
              </a:rPr>
              <a:t>Mercury</a:t>
            </a:r>
            <a:endParaRPr sz="2400">
              <a:latin typeface="Noto Serif Ethiopic"/>
              <a:ea typeface="Noto Serif Ethiopic"/>
              <a:cs typeface="Noto Serif Ethiopic"/>
              <a:sym typeface="Noto Serif Ethiopic"/>
            </a:endParaRPr>
          </a:p>
        </p:txBody>
      </p:sp>
      <p:sp>
        <p:nvSpPr>
          <p:cNvPr id="807" name="Google Shape;807;p67"/>
          <p:cNvSpPr txBox="1"/>
          <p:nvPr>
            <p:ph idx="4294967295" type="subTitle"/>
          </p:nvPr>
        </p:nvSpPr>
        <p:spPr>
          <a:xfrm>
            <a:off x="2711309" y="3938377"/>
            <a:ext cx="16842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Venus has extremely high temperatures</a:t>
            </a:r>
            <a:endParaRPr sz="1200"/>
          </a:p>
        </p:txBody>
      </p:sp>
      <p:sp>
        <p:nvSpPr>
          <p:cNvPr id="808" name="Google Shape;808;p67"/>
          <p:cNvSpPr txBox="1"/>
          <p:nvPr>
            <p:ph idx="4294967295" type="subTitle"/>
          </p:nvPr>
        </p:nvSpPr>
        <p:spPr>
          <a:xfrm>
            <a:off x="4678269" y="2797790"/>
            <a:ext cx="1684200" cy="53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Jupiter is the biggest planet of them all</a:t>
            </a:r>
            <a:endParaRPr sz="1200"/>
          </a:p>
        </p:txBody>
      </p:sp>
      <p:sp>
        <p:nvSpPr>
          <p:cNvPr id="809" name="Google Shape;809;p67"/>
          <p:cNvSpPr txBox="1"/>
          <p:nvPr>
            <p:ph idx="4294967295" type="subTitle"/>
          </p:nvPr>
        </p:nvSpPr>
        <p:spPr>
          <a:xfrm>
            <a:off x="2711309" y="2314547"/>
            <a:ext cx="16842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Mercury is the closest planet to the Sun</a:t>
            </a:r>
            <a:endParaRPr sz="1200"/>
          </a:p>
        </p:txBody>
      </p:sp>
      <p:sp>
        <p:nvSpPr>
          <p:cNvPr id="810" name="Google Shape;810;p67"/>
          <p:cNvSpPr txBox="1"/>
          <p:nvPr>
            <p:ph idx="4294967295" type="subTitle"/>
          </p:nvPr>
        </p:nvSpPr>
        <p:spPr>
          <a:xfrm>
            <a:off x="2711309" y="3561548"/>
            <a:ext cx="1684200" cy="45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400">
                <a:latin typeface="Noto Serif Ethiopic"/>
                <a:ea typeface="Noto Serif Ethiopic"/>
                <a:cs typeface="Noto Serif Ethiopic"/>
                <a:sym typeface="Noto Serif Ethiopic"/>
              </a:rPr>
              <a:t>Venus</a:t>
            </a:r>
            <a:endParaRPr sz="2400">
              <a:latin typeface="Noto Serif Ethiopic"/>
              <a:ea typeface="Noto Serif Ethiopic"/>
              <a:cs typeface="Noto Serif Ethiopic"/>
              <a:sym typeface="Noto Serif Ethiopic"/>
            </a:endParaRPr>
          </a:p>
        </p:txBody>
      </p:sp>
      <p:sp>
        <p:nvSpPr>
          <p:cNvPr id="811" name="Google Shape;811;p67"/>
          <p:cNvSpPr txBox="1"/>
          <p:nvPr>
            <p:ph idx="4294967295" type="subTitle"/>
          </p:nvPr>
        </p:nvSpPr>
        <p:spPr>
          <a:xfrm>
            <a:off x="4676498" y="1235065"/>
            <a:ext cx="1684200" cy="45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Mars</a:t>
            </a:r>
            <a:endParaRPr sz="2400">
              <a:latin typeface="Noto Serif Ethiopic"/>
              <a:ea typeface="Noto Serif Ethiopic"/>
              <a:cs typeface="Noto Serif Ethiopic"/>
              <a:sym typeface="Noto Serif Ethiopic"/>
            </a:endParaRPr>
          </a:p>
        </p:txBody>
      </p:sp>
      <p:sp>
        <p:nvSpPr>
          <p:cNvPr id="812" name="Google Shape;812;p67"/>
          <p:cNvSpPr txBox="1"/>
          <p:nvPr>
            <p:ph idx="4294967295" type="subTitle"/>
          </p:nvPr>
        </p:nvSpPr>
        <p:spPr>
          <a:xfrm>
            <a:off x="6703977" y="1861531"/>
            <a:ext cx="1684200" cy="45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Saturn</a:t>
            </a:r>
            <a:endParaRPr sz="2400">
              <a:latin typeface="Noto Serif Ethiopic"/>
              <a:ea typeface="Noto Serif Ethiopic"/>
              <a:cs typeface="Noto Serif Ethiopic"/>
              <a:sym typeface="Noto Serif Ethiopic"/>
            </a:endParaRPr>
          </a:p>
        </p:txBody>
      </p:sp>
      <p:sp>
        <p:nvSpPr>
          <p:cNvPr id="813" name="Google Shape;813;p67"/>
          <p:cNvSpPr txBox="1"/>
          <p:nvPr>
            <p:ph idx="4294967295" type="subTitle"/>
          </p:nvPr>
        </p:nvSpPr>
        <p:spPr>
          <a:xfrm>
            <a:off x="4678269" y="1611881"/>
            <a:ext cx="1684200" cy="53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Mars is actually a very cold place</a:t>
            </a:r>
            <a:endParaRPr sz="1200"/>
          </a:p>
        </p:txBody>
      </p:sp>
      <p:sp>
        <p:nvSpPr>
          <p:cNvPr id="814" name="Google Shape;814;p67"/>
          <p:cNvSpPr txBox="1"/>
          <p:nvPr>
            <p:ph idx="4294967295" type="subTitle"/>
          </p:nvPr>
        </p:nvSpPr>
        <p:spPr>
          <a:xfrm>
            <a:off x="6700444" y="2238359"/>
            <a:ext cx="1684200" cy="53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Saturn is a gas giant with several rings</a:t>
            </a:r>
            <a:endParaRPr sz="1200"/>
          </a:p>
        </p:txBody>
      </p:sp>
      <p:sp>
        <p:nvSpPr>
          <p:cNvPr id="815" name="Google Shape;815;p67"/>
          <p:cNvSpPr txBox="1"/>
          <p:nvPr>
            <p:ph idx="4294967295" type="subTitle"/>
          </p:nvPr>
        </p:nvSpPr>
        <p:spPr>
          <a:xfrm>
            <a:off x="4676501" y="3938377"/>
            <a:ext cx="1684200" cy="53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Neptune is</a:t>
            </a:r>
            <a:r>
              <a:rPr lang="en"/>
              <a:t> very far from the Sun</a:t>
            </a:r>
            <a:endParaRPr sz="1200"/>
          </a:p>
        </p:txBody>
      </p:sp>
      <p:sp>
        <p:nvSpPr>
          <p:cNvPr id="816" name="Google Shape;816;p67"/>
          <p:cNvSpPr txBox="1"/>
          <p:nvPr>
            <p:ph idx="4294967295" type="subTitle"/>
          </p:nvPr>
        </p:nvSpPr>
        <p:spPr>
          <a:xfrm>
            <a:off x="4678269" y="2420961"/>
            <a:ext cx="1684200" cy="45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Jupiter</a:t>
            </a:r>
            <a:endParaRPr sz="2400">
              <a:latin typeface="Noto Serif Ethiopic"/>
              <a:ea typeface="Noto Serif Ethiopic"/>
              <a:cs typeface="Noto Serif Ethiopic"/>
              <a:sym typeface="Noto Serif Ethiopic"/>
            </a:endParaRPr>
          </a:p>
        </p:txBody>
      </p:sp>
      <p:sp>
        <p:nvSpPr>
          <p:cNvPr id="817" name="Google Shape;817;p67"/>
          <p:cNvSpPr txBox="1"/>
          <p:nvPr>
            <p:ph idx="4294967295" type="subTitle"/>
          </p:nvPr>
        </p:nvSpPr>
        <p:spPr>
          <a:xfrm>
            <a:off x="4680034" y="3561548"/>
            <a:ext cx="1684200" cy="45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Neptune</a:t>
            </a:r>
            <a:endParaRPr sz="2400">
              <a:latin typeface="Noto Serif Ethiopic"/>
              <a:ea typeface="Noto Serif Ethiopic"/>
              <a:cs typeface="Noto Serif Ethiopic"/>
              <a:sym typeface="Noto Serif Ethiopic"/>
            </a:endParaRPr>
          </a:p>
        </p:txBody>
      </p:sp>
      <p:cxnSp>
        <p:nvCxnSpPr>
          <p:cNvPr id="818" name="Google Shape;818;p67"/>
          <p:cNvCxnSpPr>
            <a:stCxn id="806" idx="3"/>
            <a:endCxn id="811" idx="1"/>
          </p:cNvCxnSpPr>
          <p:nvPr/>
        </p:nvCxnSpPr>
        <p:spPr>
          <a:xfrm flipH="1" rot="10800000">
            <a:off x="4395509" y="1461619"/>
            <a:ext cx="281100" cy="626400"/>
          </a:xfrm>
          <a:prstGeom prst="bentConnector3">
            <a:avLst>
              <a:gd fmla="val 49980" name="adj1"/>
            </a:avLst>
          </a:prstGeom>
          <a:noFill/>
          <a:ln cap="flat" cmpd="sng" w="9525">
            <a:solidFill>
              <a:schemeClr val="dk1"/>
            </a:solidFill>
            <a:prstDash val="solid"/>
            <a:round/>
            <a:headEnd len="med" w="med" type="none"/>
            <a:tailEnd len="med" w="med" type="diamond"/>
          </a:ln>
        </p:spPr>
      </p:cxnSp>
      <p:cxnSp>
        <p:nvCxnSpPr>
          <p:cNvPr id="819" name="Google Shape;819;p67"/>
          <p:cNvCxnSpPr>
            <a:stCxn id="820" idx="3"/>
            <a:endCxn id="806" idx="1"/>
          </p:cNvCxnSpPr>
          <p:nvPr/>
        </p:nvCxnSpPr>
        <p:spPr>
          <a:xfrm flipH="1" rot="10800000">
            <a:off x="1797424" y="2088150"/>
            <a:ext cx="913800" cy="342600"/>
          </a:xfrm>
          <a:prstGeom prst="bentConnector3">
            <a:avLst>
              <a:gd fmla="val 81985" name="adj1"/>
            </a:avLst>
          </a:prstGeom>
          <a:noFill/>
          <a:ln cap="flat" cmpd="sng" w="9525">
            <a:solidFill>
              <a:schemeClr val="dk1"/>
            </a:solidFill>
            <a:prstDash val="solid"/>
            <a:round/>
            <a:headEnd len="med" w="med" type="none"/>
            <a:tailEnd len="med" w="med" type="diamond"/>
          </a:ln>
        </p:spPr>
      </p:cxnSp>
      <p:cxnSp>
        <p:nvCxnSpPr>
          <p:cNvPr id="821" name="Google Shape;821;p67"/>
          <p:cNvCxnSpPr>
            <a:stCxn id="811" idx="3"/>
            <a:endCxn id="812" idx="1"/>
          </p:cNvCxnSpPr>
          <p:nvPr/>
        </p:nvCxnSpPr>
        <p:spPr>
          <a:xfrm>
            <a:off x="6360698" y="1461565"/>
            <a:ext cx="343200" cy="626400"/>
          </a:xfrm>
          <a:prstGeom prst="bentConnector3">
            <a:avLst>
              <a:gd fmla="val 50012" name="adj1"/>
            </a:avLst>
          </a:prstGeom>
          <a:noFill/>
          <a:ln cap="flat" cmpd="sng" w="9525">
            <a:solidFill>
              <a:schemeClr val="dk1"/>
            </a:solidFill>
            <a:prstDash val="solid"/>
            <a:round/>
            <a:headEnd len="med" w="med" type="none"/>
            <a:tailEnd len="med" w="med" type="diamond"/>
          </a:ln>
        </p:spPr>
      </p:cxnSp>
      <p:cxnSp>
        <p:nvCxnSpPr>
          <p:cNvPr id="822" name="Google Shape;822;p67"/>
          <p:cNvCxnSpPr>
            <a:stCxn id="816" idx="3"/>
            <a:endCxn id="812" idx="1"/>
          </p:cNvCxnSpPr>
          <p:nvPr/>
        </p:nvCxnSpPr>
        <p:spPr>
          <a:xfrm flipH="1" rot="10800000">
            <a:off x="6362469" y="2087961"/>
            <a:ext cx="341400" cy="559500"/>
          </a:xfrm>
          <a:prstGeom prst="bentConnector3">
            <a:avLst>
              <a:gd fmla="val 50016" name="adj1"/>
            </a:avLst>
          </a:prstGeom>
          <a:noFill/>
          <a:ln cap="flat" cmpd="sng" w="9525">
            <a:solidFill>
              <a:schemeClr val="dk1"/>
            </a:solidFill>
            <a:prstDash val="solid"/>
            <a:round/>
            <a:headEnd len="med" w="med" type="none"/>
            <a:tailEnd len="med" w="med" type="diamond"/>
          </a:ln>
        </p:spPr>
      </p:cxnSp>
      <p:cxnSp>
        <p:nvCxnSpPr>
          <p:cNvPr id="823" name="Google Shape;823;p67"/>
          <p:cNvCxnSpPr>
            <a:stCxn id="810" idx="3"/>
            <a:endCxn id="817" idx="1"/>
          </p:cNvCxnSpPr>
          <p:nvPr/>
        </p:nvCxnSpPr>
        <p:spPr>
          <a:xfrm>
            <a:off x="4395509" y="3788048"/>
            <a:ext cx="284400" cy="600"/>
          </a:xfrm>
          <a:prstGeom prst="bentConnector3">
            <a:avLst>
              <a:gd fmla="val 50022" name="adj1"/>
            </a:avLst>
          </a:prstGeom>
          <a:noFill/>
          <a:ln cap="flat" cmpd="sng" w="9525">
            <a:solidFill>
              <a:schemeClr val="dk1"/>
            </a:solidFill>
            <a:prstDash val="solid"/>
            <a:round/>
            <a:headEnd len="med" w="med" type="none"/>
            <a:tailEnd len="med" w="med" type="diamond"/>
          </a:ln>
        </p:spPr>
      </p:cxnSp>
      <p:sp>
        <p:nvSpPr>
          <p:cNvPr id="820" name="Google Shape;820;p67"/>
          <p:cNvSpPr txBox="1"/>
          <p:nvPr>
            <p:ph idx="4294967295" type="subTitle"/>
          </p:nvPr>
        </p:nvSpPr>
        <p:spPr>
          <a:xfrm>
            <a:off x="755824" y="2218950"/>
            <a:ext cx="1041600" cy="42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Earth</a:t>
            </a:r>
            <a:endParaRPr sz="2400">
              <a:latin typeface="Noto Serif Ethiopic"/>
              <a:ea typeface="Noto Serif Ethiopic"/>
              <a:cs typeface="Noto Serif Ethiopic"/>
              <a:sym typeface="Noto Serif Ethiopic"/>
            </a:endParaRPr>
          </a:p>
        </p:txBody>
      </p:sp>
      <p:sp>
        <p:nvSpPr>
          <p:cNvPr id="824" name="Google Shape;824;p67"/>
          <p:cNvSpPr txBox="1"/>
          <p:nvPr>
            <p:ph idx="4294967295" type="subTitle"/>
          </p:nvPr>
        </p:nvSpPr>
        <p:spPr>
          <a:xfrm>
            <a:off x="755823" y="2642525"/>
            <a:ext cx="1684200" cy="5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planet with life</a:t>
            </a:r>
            <a:endParaRPr/>
          </a:p>
        </p:txBody>
      </p:sp>
      <p:cxnSp>
        <p:nvCxnSpPr>
          <p:cNvPr id="825" name="Google Shape;825;p67"/>
          <p:cNvCxnSpPr>
            <a:stCxn id="820" idx="3"/>
            <a:endCxn id="810" idx="1"/>
          </p:cNvCxnSpPr>
          <p:nvPr/>
        </p:nvCxnSpPr>
        <p:spPr>
          <a:xfrm>
            <a:off x="1797424" y="2430750"/>
            <a:ext cx="913800" cy="1357200"/>
          </a:xfrm>
          <a:prstGeom prst="bentConnector3">
            <a:avLst>
              <a:gd fmla="val 81985" name="adj1"/>
            </a:avLst>
          </a:prstGeom>
          <a:noFill/>
          <a:ln cap="flat" cmpd="sng" w="9525">
            <a:solidFill>
              <a:schemeClr val="dk1"/>
            </a:solidFill>
            <a:prstDash val="solid"/>
            <a:round/>
            <a:headEnd len="med" w="med" type="none"/>
            <a:tailEnd len="med" w="med" type="diamond"/>
          </a:ln>
        </p:spPr>
      </p:cxnSp>
      <p:cxnSp>
        <p:nvCxnSpPr>
          <p:cNvPr id="826" name="Google Shape;826;p67"/>
          <p:cNvCxnSpPr>
            <a:stCxn id="806" idx="3"/>
            <a:endCxn id="816" idx="1"/>
          </p:cNvCxnSpPr>
          <p:nvPr/>
        </p:nvCxnSpPr>
        <p:spPr>
          <a:xfrm>
            <a:off x="4395509" y="2088019"/>
            <a:ext cx="282900" cy="559500"/>
          </a:xfrm>
          <a:prstGeom prst="bentConnector3">
            <a:avLst>
              <a:gd fmla="val 49975" name="adj1"/>
            </a:avLst>
          </a:prstGeom>
          <a:noFill/>
          <a:ln cap="flat" cmpd="sng" w="9525">
            <a:solidFill>
              <a:schemeClr val="dk1"/>
            </a:solidFill>
            <a:prstDash val="solid"/>
            <a:round/>
            <a:headEnd len="med" w="med" type="none"/>
            <a:tailEnd len="med" w="med" type="diamond"/>
          </a:ln>
        </p:spPr>
      </p:cxnSp>
      <p:grpSp>
        <p:nvGrpSpPr>
          <p:cNvPr id="827" name="Google Shape;827;p67"/>
          <p:cNvGrpSpPr/>
          <p:nvPr/>
        </p:nvGrpSpPr>
        <p:grpSpPr>
          <a:xfrm flipH="1">
            <a:off x="8617225" y="1292300"/>
            <a:ext cx="90900" cy="3705900"/>
            <a:chOff x="7952125" y="1292300"/>
            <a:chExt cx="90900" cy="3705900"/>
          </a:xfrm>
        </p:grpSpPr>
        <p:sp>
          <p:nvSpPr>
            <p:cNvPr id="828" name="Google Shape;828;p67"/>
            <p:cNvSpPr/>
            <p:nvPr/>
          </p:nvSpPr>
          <p:spPr>
            <a:xfrm rot="5400000">
              <a:off x="7744975" y="1499450"/>
              <a:ext cx="505200" cy="90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 name="Google Shape;829;p67"/>
            <p:cNvCxnSpPr/>
            <p:nvPr/>
          </p:nvCxnSpPr>
          <p:spPr>
            <a:xfrm>
              <a:off x="8043025" y="1292300"/>
              <a:ext cx="0" cy="370590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 name="Shape 833"/>
        <p:cNvGrpSpPr/>
        <p:nvPr/>
      </p:nvGrpSpPr>
      <p:grpSpPr>
        <a:xfrm>
          <a:off x="0" y="0"/>
          <a:ext cx="0" cy="0"/>
          <a:chOff x="0" y="0"/>
          <a:chExt cx="0" cy="0"/>
        </a:xfrm>
      </p:grpSpPr>
      <p:sp>
        <p:nvSpPr>
          <p:cNvPr id="834" name="Google Shape;834;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ables represent your data</a:t>
            </a:r>
            <a:endParaRPr/>
          </a:p>
        </p:txBody>
      </p:sp>
      <p:graphicFrame>
        <p:nvGraphicFramePr>
          <p:cNvPr id="835" name="Google Shape;835;p68"/>
          <p:cNvGraphicFramePr/>
          <p:nvPr/>
        </p:nvGraphicFramePr>
        <p:xfrm>
          <a:off x="952500" y="1503675"/>
          <a:ext cx="3000000" cy="3000000"/>
        </p:xfrm>
        <a:graphic>
          <a:graphicData uri="http://schemas.openxmlformats.org/drawingml/2006/table">
            <a:tbl>
              <a:tblPr>
                <a:noFill/>
                <a:tableStyleId>{00301EAE-386E-4677-8F6F-EA3DAD3813A2}</a:tableStyleId>
              </a:tblPr>
              <a:tblGrid>
                <a:gridCol w="1447800"/>
                <a:gridCol w="1447800"/>
                <a:gridCol w="1447800"/>
                <a:gridCol w="1447800"/>
                <a:gridCol w="1447800"/>
              </a:tblGrid>
              <a:tr h="381000">
                <a:tc gridSpan="5">
                  <a:txBody>
                    <a:bodyPr/>
                    <a:lstStyle/>
                    <a:p>
                      <a:pPr indent="0" lvl="0" marL="0" rtl="0" algn="ctr">
                        <a:spcBef>
                          <a:spcPts val="0"/>
                        </a:spcBef>
                        <a:spcAft>
                          <a:spcPts val="0"/>
                        </a:spcAft>
                        <a:buNone/>
                      </a:pPr>
                      <a:r>
                        <a:rPr lang="en" sz="2400">
                          <a:solidFill>
                            <a:schemeClr val="accent1"/>
                          </a:solidFill>
                          <a:latin typeface="Noto Serif Ethiopic"/>
                          <a:ea typeface="Noto Serif Ethiopic"/>
                          <a:cs typeface="Noto Serif Ethiopic"/>
                          <a:sym typeface="Noto Serif Ethiopic"/>
                        </a:rPr>
                        <a:t>Solar </a:t>
                      </a:r>
                      <a:r>
                        <a:rPr lang="en" sz="2400">
                          <a:solidFill>
                            <a:schemeClr val="accent1"/>
                          </a:solidFill>
                          <a:latin typeface="Noto Serif Ethiopic"/>
                          <a:ea typeface="Noto Serif Ethiopic"/>
                          <a:cs typeface="Noto Serif Ethiopic"/>
                          <a:sym typeface="Noto Serif Ethiopic"/>
                        </a:rPr>
                        <a:t>System </a:t>
                      </a:r>
                      <a:endParaRPr sz="2400">
                        <a:solidFill>
                          <a:schemeClr val="accent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hMerge="1"/>
                <a:tc hMerge="1"/>
                <a:tc hMerge="1"/>
              </a:tr>
              <a:tr h="381000">
                <a:tc>
                  <a:txBody>
                    <a:bodyPr/>
                    <a:lstStyle/>
                    <a:p>
                      <a:pPr indent="0" lvl="0" marL="0" rtl="0" algn="ctr">
                        <a:spcBef>
                          <a:spcPts val="0"/>
                        </a:spcBef>
                        <a:spcAft>
                          <a:spcPts val="0"/>
                        </a:spcAft>
                        <a:buNone/>
                      </a:pPr>
                      <a:r>
                        <a:rPr lang="en" sz="2400">
                          <a:solidFill>
                            <a:schemeClr val="dk1"/>
                          </a:solidFill>
                          <a:latin typeface="Noto Serif Ethiopic"/>
                          <a:ea typeface="Noto Serif Ethiopic"/>
                          <a:cs typeface="Noto Serif Ethiopic"/>
                          <a:sym typeface="Noto Serif Ethiopic"/>
                        </a:rPr>
                        <a:t>Earth</a:t>
                      </a:r>
                      <a:endParaRPr sz="2400">
                        <a:solidFill>
                          <a:schemeClr val="dk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dk1"/>
                          </a:solidFill>
                          <a:latin typeface="Noto Serif Ethiopic"/>
                          <a:ea typeface="Noto Serif Ethiopic"/>
                          <a:cs typeface="Noto Serif Ethiopic"/>
                          <a:sym typeface="Noto Serif Ethiopic"/>
                        </a:rPr>
                        <a:t>Mars</a:t>
                      </a:r>
                      <a:endParaRPr sz="2400">
                        <a:solidFill>
                          <a:schemeClr val="dk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dk1"/>
                          </a:solidFill>
                          <a:latin typeface="Noto Serif Ethiopic"/>
                          <a:ea typeface="Noto Serif Ethiopic"/>
                          <a:cs typeface="Noto Serif Ethiopic"/>
                          <a:sym typeface="Noto Serif Ethiopic"/>
                        </a:rPr>
                        <a:t>Jupiter</a:t>
                      </a:r>
                      <a:endParaRPr sz="2400">
                        <a:solidFill>
                          <a:schemeClr val="dk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dk1"/>
                          </a:solidFill>
                          <a:latin typeface="Noto Serif Ethiopic"/>
                          <a:ea typeface="Noto Serif Ethiopic"/>
                          <a:cs typeface="Noto Serif Ethiopic"/>
                          <a:sym typeface="Noto Serif Ethiopic"/>
                        </a:rPr>
                        <a:t>Saturn</a:t>
                      </a:r>
                      <a:endParaRPr sz="2400">
                        <a:solidFill>
                          <a:schemeClr val="dk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dk1"/>
                          </a:solidFill>
                          <a:latin typeface="Noto Serif Ethiopic"/>
                          <a:ea typeface="Noto Serif Ethiopic"/>
                          <a:cs typeface="Noto Serif Ethiopic"/>
                          <a:sym typeface="Noto Serif Ethiopic"/>
                        </a:rPr>
                        <a:t>Neptune</a:t>
                      </a:r>
                      <a:endParaRPr sz="2400">
                        <a:solidFill>
                          <a:schemeClr val="dk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rowSpan="2">
                  <a:txBody>
                    <a:bodyPr/>
                    <a:lstStyle/>
                    <a:p>
                      <a:pPr indent="0" lvl="0" marL="0" rtl="0" algn="ctr">
                        <a:spcBef>
                          <a:spcPts val="0"/>
                        </a:spcBef>
                        <a:spcAft>
                          <a:spcPts val="0"/>
                        </a:spcAft>
                        <a:buNone/>
                      </a:pPr>
                      <a:r>
                        <a:rPr lang="en" sz="1200">
                          <a:solidFill>
                            <a:schemeClr val="dk1"/>
                          </a:solidFill>
                          <a:latin typeface="Akatab"/>
                          <a:ea typeface="Akatab"/>
                          <a:cs typeface="Akatab"/>
                          <a:sym typeface="Akatab"/>
                        </a:rPr>
                        <a:t>Earth is the only planet known to harbor life</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rowSpan="2">
                  <a:txBody>
                    <a:bodyPr/>
                    <a:lstStyle/>
                    <a:p>
                      <a:pPr indent="0" lvl="0" marL="0" rtl="0" algn="ctr">
                        <a:spcBef>
                          <a:spcPts val="0"/>
                        </a:spcBef>
                        <a:spcAft>
                          <a:spcPts val="0"/>
                        </a:spcAft>
                        <a:buNone/>
                      </a:pPr>
                      <a:r>
                        <a:rPr lang="en" sz="1200">
                          <a:solidFill>
                            <a:schemeClr val="dk1"/>
                          </a:solidFill>
                          <a:latin typeface="Akatab"/>
                          <a:ea typeface="Akatab"/>
                          <a:cs typeface="Akatab"/>
                          <a:sym typeface="Akatab"/>
                        </a:rPr>
                        <a:t>Despite being red, Mars is actually a cold place</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rowSpan="2">
                  <a:txBody>
                    <a:bodyPr/>
                    <a:lstStyle/>
                    <a:p>
                      <a:pPr indent="0" lvl="0" marL="0" rtl="0" algn="ctr">
                        <a:spcBef>
                          <a:spcPts val="0"/>
                        </a:spcBef>
                        <a:spcAft>
                          <a:spcPts val="0"/>
                        </a:spcAft>
                        <a:buNone/>
                      </a:pPr>
                      <a:r>
                        <a:rPr lang="en" sz="1200">
                          <a:solidFill>
                            <a:schemeClr val="dk1"/>
                          </a:solidFill>
                          <a:latin typeface="Akatab"/>
                          <a:ea typeface="Akatab"/>
                          <a:cs typeface="Akatab"/>
                          <a:sym typeface="Akatab"/>
                        </a:rPr>
                        <a:t>Jupiter is the biggest planet in the Solar System</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rowSpan="2">
                  <a:txBody>
                    <a:bodyPr/>
                    <a:lstStyle/>
                    <a:p>
                      <a:pPr indent="0" lvl="0" marL="0" rtl="0" algn="ctr">
                        <a:spcBef>
                          <a:spcPts val="0"/>
                        </a:spcBef>
                        <a:spcAft>
                          <a:spcPts val="0"/>
                        </a:spcAft>
                        <a:buNone/>
                      </a:pPr>
                      <a:r>
                        <a:rPr lang="en" sz="1200">
                          <a:solidFill>
                            <a:schemeClr val="dk1"/>
                          </a:solidFill>
                          <a:latin typeface="Akatab"/>
                          <a:ea typeface="Akatab"/>
                          <a:cs typeface="Akatab"/>
                          <a:sym typeface="Akatab"/>
                        </a:rPr>
                        <a:t>Saturn has a high number of moons, like Jupiter</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rowSpan="2">
                  <a:txBody>
                    <a:bodyPr/>
                    <a:lstStyle/>
                    <a:p>
                      <a:pPr indent="0" lvl="0" marL="0" rtl="0" algn="ctr">
                        <a:spcBef>
                          <a:spcPts val="0"/>
                        </a:spcBef>
                        <a:spcAft>
                          <a:spcPts val="0"/>
                        </a:spcAft>
                        <a:buNone/>
                      </a:pPr>
                      <a:r>
                        <a:rPr lang="en" sz="1200">
                          <a:solidFill>
                            <a:schemeClr val="dk1"/>
                          </a:solidFill>
                          <a:latin typeface="Akatab"/>
                          <a:ea typeface="Akatab"/>
                          <a:cs typeface="Akatab"/>
                          <a:sym typeface="Akatab"/>
                        </a:rPr>
                        <a:t>Neptune is the farthest planet from the Sun</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vMerge="1"/>
                <a:tc vMerge="1"/>
                <a:tc vMerge="1"/>
                <a:tc vMerge="1"/>
                <a:tc vMerge="1"/>
              </a:tr>
              <a:tr h="381000">
                <a:tc>
                  <a:txBody>
                    <a:bodyPr/>
                    <a:lstStyle/>
                    <a:p>
                      <a:pPr indent="0" lvl="0" marL="0" rtl="0" algn="ctr">
                        <a:spcBef>
                          <a:spcPts val="0"/>
                        </a:spcBef>
                        <a:spcAft>
                          <a:spcPts val="0"/>
                        </a:spcAft>
                        <a:buNone/>
                      </a:pPr>
                      <a:r>
                        <a:rPr lang="en" sz="1200">
                          <a:solidFill>
                            <a:schemeClr val="dk1"/>
                          </a:solidFill>
                          <a:latin typeface="Akatab"/>
                          <a:ea typeface="Akatab"/>
                          <a:cs typeface="Akatab"/>
                          <a:sym typeface="Akatab"/>
                        </a:rPr>
                        <a:t>Mars is cold</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Akatab"/>
                          <a:ea typeface="Akatab"/>
                          <a:cs typeface="Akatab"/>
                          <a:sym typeface="Akatab"/>
                        </a:rPr>
                        <a:t>Mercury is small</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Akatab"/>
                          <a:ea typeface="Akatab"/>
                          <a:cs typeface="Akatab"/>
                          <a:sym typeface="Akatab"/>
                        </a:rPr>
                        <a:t>Jupiter is big</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Akatab"/>
                          <a:ea typeface="Akatab"/>
                          <a:cs typeface="Akatab"/>
                          <a:sym typeface="Akatab"/>
                        </a:rPr>
                        <a:t>Earth has life</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Akatab"/>
                          <a:ea typeface="Akatab"/>
                          <a:cs typeface="Akatab"/>
                          <a:sym typeface="Akatab"/>
                        </a:rPr>
                        <a:t>Saturn has rings</a:t>
                      </a:r>
                      <a:endParaRPr sz="1200">
                        <a:solidFill>
                          <a:schemeClr val="dk1"/>
                        </a:solidFill>
                        <a:latin typeface="Akatab"/>
                        <a:ea typeface="Akatab"/>
                        <a:cs typeface="Akatab"/>
                        <a:sym typeface="Akatab"/>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3000">
                          <a:solidFill>
                            <a:schemeClr val="accent1"/>
                          </a:solidFill>
                          <a:latin typeface="Noto Serif Ethiopic"/>
                          <a:ea typeface="Noto Serif Ethiopic"/>
                          <a:cs typeface="Noto Serif Ethiopic"/>
                          <a:sym typeface="Noto Serif Ethiopic"/>
                        </a:rPr>
                        <a:t>150</a:t>
                      </a:r>
                      <a:endParaRPr sz="3000">
                        <a:solidFill>
                          <a:schemeClr val="accent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accent1"/>
                          </a:solidFill>
                          <a:latin typeface="Noto Serif Ethiopic"/>
                          <a:ea typeface="Noto Serif Ethiopic"/>
                          <a:cs typeface="Noto Serif Ethiopic"/>
                          <a:sym typeface="Noto Serif Ethiopic"/>
                        </a:rPr>
                        <a:t>250</a:t>
                      </a:r>
                      <a:endParaRPr sz="3000">
                        <a:solidFill>
                          <a:schemeClr val="accent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accent1"/>
                          </a:solidFill>
                          <a:latin typeface="Noto Serif Ethiopic"/>
                          <a:ea typeface="Noto Serif Ethiopic"/>
                          <a:cs typeface="Noto Serif Ethiopic"/>
                          <a:sym typeface="Noto Serif Ethiopic"/>
                        </a:rPr>
                        <a:t>175</a:t>
                      </a:r>
                      <a:endParaRPr sz="3000">
                        <a:solidFill>
                          <a:schemeClr val="accent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accent1"/>
                          </a:solidFill>
                          <a:latin typeface="Noto Serif Ethiopic"/>
                          <a:ea typeface="Noto Serif Ethiopic"/>
                          <a:cs typeface="Noto Serif Ethiopic"/>
                          <a:sym typeface="Noto Serif Ethiopic"/>
                        </a:rPr>
                        <a:t>300</a:t>
                      </a:r>
                      <a:endParaRPr sz="3000">
                        <a:solidFill>
                          <a:schemeClr val="accent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accent1"/>
                          </a:solidFill>
                          <a:latin typeface="Noto Serif Ethiopic"/>
                          <a:ea typeface="Noto Serif Ethiopic"/>
                          <a:cs typeface="Noto Serif Ethiopic"/>
                          <a:sym typeface="Noto Serif Ethiopic"/>
                        </a:rPr>
                        <a:t>420</a:t>
                      </a:r>
                      <a:endParaRPr sz="3000">
                        <a:solidFill>
                          <a:schemeClr val="accent1"/>
                        </a:solidFill>
                        <a:latin typeface="Noto Serif Ethiopic"/>
                        <a:ea typeface="Noto Serif Ethiopic"/>
                        <a:cs typeface="Noto Serif Ethiopic"/>
                        <a:sym typeface="Noto Serif Ethiopic"/>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9" name="Shape 839"/>
        <p:cNvGrpSpPr/>
        <p:nvPr/>
      </p:nvGrpSpPr>
      <p:grpSpPr>
        <a:xfrm>
          <a:off x="0" y="0"/>
          <a:ext cx="0" cy="0"/>
          <a:chOff x="0" y="0"/>
          <a:chExt cx="0" cy="0"/>
        </a:xfrm>
      </p:grpSpPr>
      <p:sp>
        <p:nvSpPr>
          <p:cNvPr id="840" name="Google Shape;840;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this graph</a:t>
            </a:r>
            <a:endParaRPr/>
          </a:p>
        </p:txBody>
      </p:sp>
      <p:sp>
        <p:nvSpPr>
          <p:cNvPr id="841" name="Google Shape;841;p69"/>
          <p:cNvSpPr txBox="1"/>
          <p:nvPr/>
        </p:nvSpPr>
        <p:spPr>
          <a:xfrm>
            <a:off x="981900" y="4079000"/>
            <a:ext cx="7180200" cy="300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katab"/>
                <a:ea typeface="Akatab"/>
                <a:cs typeface="Akatab"/>
                <a:sym typeface="Akatab"/>
              </a:rPr>
              <a:t>Follow the link in the graph to modify its data and then paste the new one here. </a:t>
            </a:r>
            <a:r>
              <a:rPr b="1" lang="en" sz="1000" u="sng">
                <a:solidFill>
                  <a:schemeClr val="dk1"/>
                </a:solidFill>
                <a:latin typeface="Akatab"/>
                <a:ea typeface="Akatab"/>
                <a:cs typeface="Akatab"/>
                <a:sym typeface="Akatab"/>
                <a:hlinkClick r:id="rId3">
                  <a:extLst>
                    <a:ext uri="{A12FA001-AC4F-418D-AE19-62706E023703}">
                      <ahyp:hlinkClr val="tx"/>
                    </a:ext>
                  </a:extLst>
                </a:hlinkClick>
              </a:rPr>
              <a:t>For more info, click here</a:t>
            </a:r>
            <a:endParaRPr b="1" sz="1000" u="sng">
              <a:solidFill>
                <a:schemeClr val="dk1"/>
              </a:solidFill>
              <a:latin typeface="Akatab"/>
              <a:ea typeface="Akatab"/>
              <a:cs typeface="Akatab"/>
              <a:sym typeface="Akatab"/>
            </a:endParaRPr>
          </a:p>
        </p:txBody>
      </p:sp>
      <p:sp>
        <p:nvSpPr>
          <p:cNvPr id="842" name="Google Shape;842;p69"/>
          <p:cNvSpPr txBox="1"/>
          <p:nvPr>
            <p:ph idx="4294967295" type="subTitle"/>
          </p:nvPr>
        </p:nvSpPr>
        <p:spPr>
          <a:xfrm>
            <a:off x="1313950" y="1710000"/>
            <a:ext cx="1900800" cy="362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a gas giant</a:t>
            </a:r>
            <a:endParaRPr/>
          </a:p>
        </p:txBody>
      </p:sp>
      <p:sp>
        <p:nvSpPr>
          <p:cNvPr id="843" name="Google Shape;843;p69"/>
          <p:cNvSpPr txBox="1"/>
          <p:nvPr>
            <p:ph idx="4294967295" type="subTitle"/>
          </p:nvPr>
        </p:nvSpPr>
        <p:spPr>
          <a:xfrm>
            <a:off x="1313955" y="3147600"/>
            <a:ext cx="1900800" cy="48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400">
                <a:latin typeface="Noto Serif Ethiopic"/>
                <a:ea typeface="Noto Serif Ethiopic"/>
                <a:cs typeface="Noto Serif Ethiopic"/>
                <a:sym typeface="Noto Serif Ethiopic"/>
              </a:rPr>
              <a:t>Mars</a:t>
            </a:r>
            <a:endParaRPr sz="2400">
              <a:latin typeface="Noto Serif Ethiopic"/>
              <a:ea typeface="Noto Serif Ethiopic"/>
              <a:cs typeface="Noto Serif Ethiopic"/>
              <a:sym typeface="Noto Serif Ethiopic"/>
            </a:endParaRPr>
          </a:p>
        </p:txBody>
      </p:sp>
      <p:sp>
        <p:nvSpPr>
          <p:cNvPr id="844" name="Google Shape;844;p69"/>
          <p:cNvSpPr txBox="1"/>
          <p:nvPr>
            <p:ph idx="4294967295" type="subTitle"/>
          </p:nvPr>
        </p:nvSpPr>
        <p:spPr>
          <a:xfrm>
            <a:off x="1313950" y="3556200"/>
            <a:ext cx="1900800" cy="3621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Mars is a cold planet</a:t>
            </a:r>
            <a:endParaRPr/>
          </a:p>
        </p:txBody>
      </p:sp>
      <p:sp>
        <p:nvSpPr>
          <p:cNvPr id="845" name="Google Shape;845;p69"/>
          <p:cNvSpPr txBox="1"/>
          <p:nvPr>
            <p:ph idx="4294967295" type="subTitle"/>
          </p:nvPr>
        </p:nvSpPr>
        <p:spPr>
          <a:xfrm>
            <a:off x="1313955" y="1301400"/>
            <a:ext cx="1900800" cy="48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400">
                <a:latin typeface="Noto Serif Ethiopic"/>
                <a:ea typeface="Noto Serif Ethiopic"/>
                <a:cs typeface="Noto Serif Ethiopic"/>
                <a:sym typeface="Noto Serif Ethiopic"/>
              </a:rPr>
              <a:t>Jupiter</a:t>
            </a:r>
            <a:endParaRPr sz="2400">
              <a:latin typeface="Noto Serif Ethiopic"/>
              <a:ea typeface="Noto Serif Ethiopic"/>
              <a:cs typeface="Noto Serif Ethiopic"/>
              <a:sym typeface="Noto Serif Ethiopic"/>
            </a:endParaRPr>
          </a:p>
        </p:txBody>
      </p:sp>
      <p:sp>
        <p:nvSpPr>
          <p:cNvPr id="846" name="Google Shape;846;p69"/>
          <p:cNvSpPr txBox="1"/>
          <p:nvPr>
            <p:ph idx="4294967295" type="subTitle"/>
          </p:nvPr>
        </p:nvSpPr>
        <p:spPr>
          <a:xfrm>
            <a:off x="1313955" y="2224500"/>
            <a:ext cx="1900800" cy="48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400">
                <a:latin typeface="Noto Serif Ethiopic"/>
                <a:ea typeface="Noto Serif Ethiopic"/>
                <a:cs typeface="Noto Serif Ethiopic"/>
                <a:sym typeface="Noto Serif Ethiopic"/>
              </a:rPr>
              <a:t>Earth</a:t>
            </a:r>
            <a:endParaRPr sz="2400">
              <a:latin typeface="Noto Serif Ethiopic"/>
              <a:ea typeface="Noto Serif Ethiopic"/>
              <a:cs typeface="Noto Serif Ethiopic"/>
              <a:sym typeface="Noto Serif Ethiopic"/>
            </a:endParaRPr>
          </a:p>
        </p:txBody>
      </p:sp>
      <p:sp>
        <p:nvSpPr>
          <p:cNvPr id="847" name="Google Shape;847;p69"/>
          <p:cNvSpPr txBox="1"/>
          <p:nvPr>
            <p:ph idx="4294967295" type="subTitle"/>
          </p:nvPr>
        </p:nvSpPr>
        <p:spPr>
          <a:xfrm>
            <a:off x="1313950" y="2633100"/>
            <a:ext cx="1900800" cy="362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We all live on the Earth</a:t>
            </a:r>
            <a:endParaRPr/>
          </a:p>
        </p:txBody>
      </p:sp>
      <p:pic>
        <p:nvPicPr>
          <p:cNvPr id="848" name="Google Shape;848;p69" title="Gráfico">
            <a:hlinkClick r:id="rId4"/>
          </p:cNvPr>
          <p:cNvPicPr preferRelativeResize="0"/>
          <p:nvPr/>
        </p:nvPicPr>
        <p:blipFill>
          <a:blip r:embed="rId5">
            <a:alphaModFix/>
          </a:blip>
          <a:stretch>
            <a:fillRect/>
          </a:stretch>
        </p:blipFill>
        <p:spPr>
          <a:xfrm>
            <a:off x="3367150" y="1170125"/>
            <a:ext cx="4813546" cy="2756475"/>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 name="Shape 852"/>
        <p:cNvGrpSpPr/>
        <p:nvPr/>
      </p:nvGrpSpPr>
      <p:grpSpPr>
        <a:xfrm>
          <a:off x="0" y="0"/>
          <a:ext cx="0" cy="0"/>
          <a:chOff x="0" y="0"/>
          <a:chExt cx="0" cy="0"/>
        </a:xfrm>
      </p:grpSpPr>
      <p:sp>
        <p:nvSpPr>
          <p:cNvPr id="853" name="Google Shape;853;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Five important ideas</a:t>
            </a:r>
            <a:endParaRPr/>
          </a:p>
        </p:txBody>
      </p:sp>
      <p:sp>
        <p:nvSpPr>
          <p:cNvPr id="854" name="Google Shape;854;p70"/>
          <p:cNvSpPr txBox="1"/>
          <p:nvPr>
            <p:ph idx="6" type="subTitle"/>
          </p:nvPr>
        </p:nvSpPr>
        <p:spPr>
          <a:xfrm>
            <a:off x="929642" y="1744525"/>
            <a:ext cx="2206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55" name="Google Shape;855;p70"/>
          <p:cNvSpPr txBox="1"/>
          <p:nvPr>
            <p:ph idx="4" type="subTitle"/>
          </p:nvPr>
        </p:nvSpPr>
        <p:spPr>
          <a:xfrm>
            <a:off x="2203823" y="3346000"/>
            <a:ext cx="220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856" name="Google Shape;856;p70"/>
          <p:cNvSpPr txBox="1"/>
          <p:nvPr>
            <p:ph idx="5" type="subTitle"/>
          </p:nvPr>
        </p:nvSpPr>
        <p:spPr>
          <a:xfrm>
            <a:off x="4738304" y="3346000"/>
            <a:ext cx="220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857" name="Google Shape;857;p70"/>
          <p:cNvSpPr txBox="1"/>
          <p:nvPr>
            <p:ph idx="7" type="subTitle"/>
          </p:nvPr>
        </p:nvSpPr>
        <p:spPr>
          <a:xfrm>
            <a:off x="3468750" y="1744525"/>
            <a:ext cx="2206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858" name="Google Shape;858;p70"/>
          <p:cNvSpPr txBox="1"/>
          <p:nvPr>
            <p:ph idx="1" type="subTitle"/>
          </p:nvPr>
        </p:nvSpPr>
        <p:spPr>
          <a:xfrm>
            <a:off x="934269" y="2229323"/>
            <a:ext cx="220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very cold</a:t>
            </a:r>
            <a:endParaRPr/>
          </a:p>
        </p:txBody>
      </p:sp>
      <p:sp>
        <p:nvSpPr>
          <p:cNvPr id="859" name="Google Shape;859;p70"/>
          <p:cNvSpPr txBox="1"/>
          <p:nvPr>
            <p:ph idx="2" type="subTitle"/>
          </p:nvPr>
        </p:nvSpPr>
        <p:spPr>
          <a:xfrm>
            <a:off x="3468750" y="2229323"/>
            <a:ext cx="220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eighth planet from the Sun</a:t>
            </a:r>
            <a:endParaRPr/>
          </a:p>
        </p:txBody>
      </p:sp>
      <p:sp>
        <p:nvSpPr>
          <p:cNvPr id="860" name="Google Shape;860;p70"/>
          <p:cNvSpPr txBox="1"/>
          <p:nvPr>
            <p:ph idx="3" type="subTitle"/>
          </p:nvPr>
        </p:nvSpPr>
        <p:spPr>
          <a:xfrm>
            <a:off x="6003231" y="2229323"/>
            <a:ext cx="220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861" name="Google Shape;861;p70"/>
          <p:cNvSpPr txBox="1"/>
          <p:nvPr>
            <p:ph idx="8" type="subTitle"/>
          </p:nvPr>
        </p:nvSpPr>
        <p:spPr>
          <a:xfrm>
            <a:off x="6007858" y="1744525"/>
            <a:ext cx="2206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62" name="Google Shape;862;p70"/>
          <p:cNvSpPr txBox="1"/>
          <p:nvPr>
            <p:ph idx="9" type="subTitle"/>
          </p:nvPr>
        </p:nvSpPr>
        <p:spPr>
          <a:xfrm>
            <a:off x="2199196" y="2861200"/>
            <a:ext cx="2206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63" name="Google Shape;863;p70"/>
          <p:cNvSpPr txBox="1"/>
          <p:nvPr>
            <p:ph idx="13" type="subTitle"/>
          </p:nvPr>
        </p:nvSpPr>
        <p:spPr>
          <a:xfrm>
            <a:off x="4738304" y="2861200"/>
            <a:ext cx="2206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7" name="Shape 867"/>
        <p:cNvGrpSpPr/>
        <p:nvPr/>
      </p:nvGrpSpPr>
      <p:grpSpPr>
        <a:xfrm>
          <a:off x="0" y="0"/>
          <a:ext cx="0" cy="0"/>
          <a:chOff x="0" y="0"/>
          <a:chExt cx="0" cy="0"/>
        </a:xfrm>
      </p:grpSpPr>
      <p:sp>
        <p:nvSpPr>
          <p:cNvPr id="868" name="Google Shape;868;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Key milestones</a:t>
            </a:r>
            <a:endParaRPr/>
          </a:p>
        </p:txBody>
      </p:sp>
      <p:sp>
        <p:nvSpPr>
          <p:cNvPr id="869" name="Google Shape;869;p71"/>
          <p:cNvSpPr/>
          <p:nvPr/>
        </p:nvSpPr>
        <p:spPr>
          <a:xfrm>
            <a:off x="813688" y="1913575"/>
            <a:ext cx="115500" cy="312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71"/>
          <p:cNvSpPr/>
          <p:nvPr/>
        </p:nvSpPr>
        <p:spPr>
          <a:xfrm>
            <a:off x="2066453" y="1913575"/>
            <a:ext cx="115500" cy="312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71"/>
          <p:cNvSpPr/>
          <p:nvPr/>
        </p:nvSpPr>
        <p:spPr>
          <a:xfrm>
            <a:off x="3319218" y="1913575"/>
            <a:ext cx="115500" cy="312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71"/>
          <p:cNvSpPr/>
          <p:nvPr/>
        </p:nvSpPr>
        <p:spPr>
          <a:xfrm>
            <a:off x="4571983" y="1913575"/>
            <a:ext cx="115500" cy="312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71"/>
          <p:cNvSpPr/>
          <p:nvPr/>
        </p:nvSpPr>
        <p:spPr>
          <a:xfrm>
            <a:off x="5824748" y="1913575"/>
            <a:ext cx="115500" cy="312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71"/>
          <p:cNvSpPr/>
          <p:nvPr/>
        </p:nvSpPr>
        <p:spPr>
          <a:xfrm>
            <a:off x="7077513" y="1913575"/>
            <a:ext cx="115500" cy="312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 name="Google Shape;875;p71"/>
          <p:cNvCxnSpPr>
            <a:stCxn id="869" idx="3"/>
            <a:endCxn id="870" idx="1"/>
          </p:cNvCxnSpPr>
          <p:nvPr/>
        </p:nvCxnSpPr>
        <p:spPr>
          <a:xfrm>
            <a:off x="929188" y="2069575"/>
            <a:ext cx="1137300" cy="600"/>
          </a:xfrm>
          <a:prstGeom prst="bentConnector3">
            <a:avLst>
              <a:gd fmla="val 49998" name="adj1"/>
            </a:avLst>
          </a:prstGeom>
          <a:noFill/>
          <a:ln cap="flat" cmpd="sng" w="9525">
            <a:solidFill>
              <a:schemeClr val="dk1"/>
            </a:solidFill>
            <a:prstDash val="solid"/>
            <a:round/>
            <a:headEnd len="med" w="med" type="none"/>
            <a:tailEnd len="med" w="med" type="none"/>
          </a:ln>
        </p:spPr>
      </p:cxnSp>
      <p:cxnSp>
        <p:nvCxnSpPr>
          <p:cNvPr id="876" name="Google Shape;876;p71"/>
          <p:cNvCxnSpPr>
            <a:stCxn id="870" idx="3"/>
            <a:endCxn id="871" idx="1"/>
          </p:cNvCxnSpPr>
          <p:nvPr/>
        </p:nvCxnSpPr>
        <p:spPr>
          <a:xfrm>
            <a:off x="2181953" y="2069575"/>
            <a:ext cx="1137300" cy="600"/>
          </a:xfrm>
          <a:prstGeom prst="bentConnector3">
            <a:avLst>
              <a:gd fmla="val 49998" name="adj1"/>
            </a:avLst>
          </a:prstGeom>
          <a:noFill/>
          <a:ln cap="flat" cmpd="sng" w="9525">
            <a:solidFill>
              <a:schemeClr val="dk1"/>
            </a:solidFill>
            <a:prstDash val="solid"/>
            <a:round/>
            <a:headEnd len="med" w="med" type="none"/>
            <a:tailEnd len="med" w="med" type="none"/>
          </a:ln>
        </p:spPr>
      </p:cxnSp>
      <p:cxnSp>
        <p:nvCxnSpPr>
          <p:cNvPr id="877" name="Google Shape;877;p71"/>
          <p:cNvCxnSpPr>
            <a:stCxn id="871" idx="3"/>
            <a:endCxn id="872" idx="1"/>
          </p:cNvCxnSpPr>
          <p:nvPr/>
        </p:nvCxnSpPr>
        <p:spPr>
          <a:xfrm>
            <a:off x="3434718" y="2069575"/>
            <a:ext cx="1137300" cy="600"/>
          </a:xfrm>
          <a:prstGeom prst="bentConnector3">
            <a:avLst>
              <a:gd fmla="val 49998" name="adj1"/>
            </a:avLst>
          </a:prstGeom>
          <a:noFill/>
          <a:ln cap="flat" cmpd="sng" w="9525">
            <a:solidFill>
              <a:schemeClr val="dk1"/>
            </a:solidFill>
            <a:prstDash val="solid"/>
            <a:round/>
            <a:headEnd len="med" w="med" type="none"/>
            <a:tailEnd len="med" w="med" type="none"/>
          </a:ln>
        </p:spPr>
      </p:cxnSp>
      <p:cxnSp>
        <p:nvCxnSpPr>
          <p:cNvPr id="878" name="Google Shape;878;p71"/>
          <p:cNvCxnSpPr>
            <a:stCxn id="872" idx="3"/>
            <a:endCxn id="873" idx="1"/>
          </p:cNvCxnSpPr>
          <p:nvPr/>
        </p:nvCxnSpPr>
        <p:spPr>
          <a:xfrm>
            <a:off x="4687483" y="2069575"/>
            <a:ext cx="1137300" cy="600"/>
          </a:xfrm>
          <a:prstGeom prst="bentConnector3">
            <a:avLst>
              <a:gd fmla="val 49998" name="adj1"/>
            </a:avLst>
          </a:prstGeom>
          <a:noFill/>
          <a:ln cap="flat" cmpd="sng" w="9525">
            <a:solidFill>
              <a:schemeClr val="dk1"/>
            </a:solidFill>
            <a:prstDash val="solid"/>
            <a:round/>
            <a:headEnd len="med" w="med" type="none"/>
            <a:tailEnd len="med" w="med" type="none"/>
          </a:ln>
        </p:spPr>
      </p:cxnSp>
      <p:cxnSp>
        <p:nvCxnSpPr>
          <p:cNvPr id="879" name="Google Shape;879;p71"/>
          <p:cNvCxnSpPr>
            <a:stCxn id="873" idx="3"/>
            <a:endCxn id="874" idx="1"/>
          </p:cNvCxnSpPr>
          <p:nvPr/>
        </p:nvCxnSpPr>
        <p:spPr>
          <a:xfrm>
            <a:off x="5940247" y="2069575"/>
            <a:ext cx="1137300" cy="600"/>
          </a:xfrm>
          <a:prstGeom prst="bentConnector3">
            <a:avLst>
              <a:gd fmla="val 49998" name="adj1"/>
            </a:avLst>
          </a:prstGeom>
          <a:noFill/>
          <a:ln cap="flat" cmpd="sng" w="9525">
            <a:solidFill>
              <a:schemeClr val="dk1"/>
            </a:solidFill>
            <a:prstDash val="solid"/>
            <a:round/>
            <a:headEnd len="med" w="med" type="none"/>
            <a:tailEnd len="med" w="med" type="none"/>
          </a:ln>
        </p:spPr>
      </p:cxnSp>
      <p:cxnSp>
        <p:nvCxnSpPr>
          <p:cNvPr id="880" name="Google Shape;880;p71"/>
          <p:cNvCxnSpPr>
            <a:stCxn id="874" idx="3"/>
          </p:cNvCxnSpPr>
          <p:nvPr/>
        </p:nvCxnSpPr>
        <p:spPr>
          <a:xfrm>
            <a:off x="7193013" y="2069575"/>
            <a:ext cx="1137300" cy="600"/>
          </a:xfrm>
          <a:prstGeom prst="bentConnector3">
            <a:avLst>
              <a:gd fmla="val 50000" name="adj1"/>
            </a:avLst>
          </a:prstGeom>
          <a:noFill/>
          <a:ln cap="flat" cmpd="sng" w="9525">
            <a:solidFill>
              <a:schemeClr val="dk1"/>
            </a:solidFill>
            <a:prstDash val="solid"/>
            <a:round/>
            <a:headEnd len="med" w="med" type="none"/>
            <a:tailEnd len="med" w="med" type="diamond"/>
          </a:ln>
        </p:spPr>
      </p:cxnSp>
      <p:sp>
        <p:nvSpPr>
          <p:cNvPr id="881" name="Google Shape;881;p71"/>
          <p:cNvSpPr txBox="1"/>
          <p:nvPr>
            <p:ph idx="4294967295" type="subTitle"/>
          </p:nvPr>
        </p:nvSpPr>
        <p:spPr>
          <a:xfrm>
            <a:off x="5940238" y="2667950"/>
            <a:ext cx="2336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Neptune</a:t>
            </a:r>
            <a:endParaRPr sz="2400">
              <a:latin typeface="Noto Serif Ethiopic"/>
              <a:ea typeface="Noto Serif Ethiopic"/>
              <a:cs typeface="Noto Serif Ethiopic"/>
              <a:sym typeface="Noto Serif Ethiopic"/>
            </a:endParaRPr>
          </a:p>
        </p:txBody>
      </p:sp>
      <p:sp>
        <p:nvSpPr>
          <p:cNvPr id="882" name="Google Shape;882;p71"/>
          <p:cNvSpPr txBox="1"/>
          <p:nvPr>
            <p:ph idx="4294967295" type="subTitle"/>
          </p:nvPr>
        </p:nvSpPr>
        <p:spPr>
          <a:xfrm>
            <a:off x="956300" y="2667950"/>
            <a:ext cx="2336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Mars</a:t>
            </a:r>
            <a:endParaRPr sz="2400">
              <a:latin typeface="Noto Serif Ethiopic"/>
              <a:ea typeface="Noto Serif Ethiopic"/>
              <a:cs typeface="Noto Serif Ethiopic"/>
              <a:sym typeface="Noto Serif Ethiopic"/>
            </a:endParaRPr>
          </a:p>
        </p:txBody>
      </p:sp>
      <p:sp>
        <p:nvSpPr>
          <p:cNvPr id="883" name="Google Shape;883;p71"/>
          <p:cNvSpPr txBox="1"/>
          <p:nvPr>
            <p:ph idx="4294967295" type="subTitle"/>
          </p:nvPr>
        </p:nvSpPr>
        <p:spPr>
          <a:xfrm>
            <a:off x="956300" y="3152749"/>
            <a:ext cx="2336400" cy="86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884" name="Google Shape;884;p71"/>
          <p:cNvSpPr txBox="1"/>
          <p:nvPr>
            <p:ph idx="4294967295" type="subTitle"/>
          </p:nvPr>
        </p:nvSpPr>
        <p:spPr>
          <a:xfrm>
            <a:off x="3434713" y="3152749"/>
            <a:ext cx="2336400" cy="86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885" name="Google Shape;885;p71"/>
          <p:cNvSpPr txBox="1"/>
          <p:nvPr>
            <p:ph idx="4294967295" type="subTitle"/>
          </p:nvPr>
        </p:nvSpPr>
        <p:spPr>
          <a:xfrm>
            <a:off x="5940238" y="3152749"/>
            <a:ext cx="2336400" cy="86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 </a:t>
            </a:r>
            <a:endParaRPr/>
          </a:p>
        </p:txBody>
      </p:sp>
      <p:sp>
        <p:nvSpPr>
          <p:cNvPr id="886" name="Google Shape;886;p71"/>
          <p:cNvSpPr txBox="1"/>
          <p:nvPr>
            <p:ph idx="4294967295" type="subTitle"/>
          </p:nvPr>
        </p:nvSpPr>
        <p:spPr>
          <a:xfrm>
            <a:off x="3434713" y="2667950"/>
            <a:ext cx="2336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Venus</a:t>
            </a:r>
            <a:endParaRPr sz="2400">
              <a:latin typeface="Noto Serif Ethiopic"/>
              <a:ea typeface="Noto Serif Ethiopic"/>
              <a:cs typeface="Noto Serif Ethiopic"/>
              <a:sym typeface="Noto Serif Ethiopic"/>
            </a:endParaRPr>
          </a:p>
        </p:txBody>
      </p:sp>
      <p:sp>
        <p:nvSpPr>
          <p:cNvPr id="887" name="Google Shape;887;p71"/>
          <p:cNvSpPr txBox="1"/>
          <p:nvPr>
            <p:ph idx="4294967295" type="subTitle"/>
          </p:nvPr>
        </p:nvSpPr>
        <p:spPr>
          <a:xfrm>
            <a:off x="929188" y="1585375"/>
            <a:ext cx="884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Jan</a:t>
            </a:r>
            <a:endParaRPr sz="2400">
              <a:latin typeface="Noto Serif Ethiopic"/>
              <a:ea typeface="Noto Serif Ethiopic"/>
              <a:cs typeface="Noto Serif Ethiopic"/>
              <a:sym typeface="Noto Serif Ethiopic"/>
            </a:endParaRPr>
          </a:p>
        </p:txBody>
      </p:sp>
      <p:sp>
        <p:nvSpPr>
          <p:cNvPr id="888" name="Google Shape;888;p71"/>
          <p:cNvSpPr txBox="1"/>
          <p:nvPr>
            <p:ph idx="4294967295" type="subTitle"/>
          </p:nvPr>
        </p:nvSpPr>
        <p:spPr>
          <a:xfrm>
            <a:off x="2181963" y="1585375"/>
            <a:ext cx="884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Feb</a:t>
            </a:r>
            <a:endParaRPr sz="2400">
              <a:latin typeface="Noto Serif Ethiopic"/>
              <a:ea typeface="Noto Serif Ethiopic"/>
              <a:cs typeface="Noto Serif Ethiopic"/>
              <a:sym typeface="Noto Serif Ethiopic"/>
            </a:endParaRPr>
          </a:p>
        </p:txBody>
      </p:sp>
      <p:sp>
        <p:nvSpPr>
          <p:cNvPr id="889" name="Google Shape;889;p71"/>
          <p:cNvSpPr txBox="1"/>
          <p:nvPr>
            <p:ph idx="4294967295" type="subTitle"/>
          </p:nvPr>
        </p:nvSpPr>
        <p:spPr>
          <a:xfrm>
            <a:off x="3434738" y="1585375"/>
            <a:ext cx="884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Mar</a:t>
            </a:r>
            <a:endParaRPr sz="2400">
              <a:latin typeface="Noto Serif Ethiopic"/>
              <a:ea typeface="Noto Serif Ethiopic"/>
              <a:cs typeface="Noto Serif Ethiopic"/>
              <a:sym typeface="Noto Serif Ethiopic"/>
            </a:endParaRPr>
          </a:p>
        </p:txBody>
      </p:sp>
      <p:sp>
        <p:nvSpPr>
          <p:cNvPr id="890" name="Google Shape;890;p71"/>
          <p:cNvSpPr txBox="1"/>
          <p:nvPr>
            <p:ph idx="4294967295" type="subTitle"/>
          </p:nvPr>
        </p:nvSpPr>
        <p:spPr>
          <a:xfrm>
            <a:off x="4687488" y="1585375"/>
            <a:ext cx="884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Apr</a:t>
            </a:r>
            <a:endParaRPr sz="2400">
              <a:latin typeface="Noto Serif Ethiopic"/>
              <a:ea typeface="Noto Serif Ethiopic"/>
              <a:cs typeface="Noto Serif Ethiopic"/>
              <a:sym typeface="Noto Serif Ethiopic"/>
            </a:endParaRPr>
          </a:p>
        </p:txBody>
      </p:sp>
      <p:sp>
        <p:nvSpPr>
          <p:cNvPr id="891" name="Google Shape;891;p71"/>
          <p:cNvSpPr txBox="1"/>
          <p:nvPr>
            <p:ph idx="4294967295" type="subTitle"/>
          </p:nvPr>
        </p:nvSpPr>
        <p:spPr>
          <a:xfrm>
            <a:off x="5940250" y="1585375"/>
            <a:ext cx="884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May</a:t>
            </a:r>
            <a:endParaRPr sz="2400">
              <a:latin typeface="Noto Serif Ethiopic"/>
              <a:ea typeface="Noto Serif Ethiopic"/>
              <a:cs typeface="Noto Serif Ethiopic"/>
              <a:sym typeface="Noto Serif Ethiopic"/>
            </a:endParaRPr>
          </a:p>
        </p:txBody>
      </p:sp>
      <p:sp>
        <p:nvSpPr>
          <p:cNvPr id="892" name="Google Shape;892;p71"/>
          <p:cNvSpPr txBox="1"/>
          <p:nvPr>
            <p:ph idx="4294967295" type="subTitle"/>
          </p:nvPr>
        </p:nvSpPr>
        <p:spPr>
          <a:xfrm>
            <a:off x="7193025" y="1585375"/>
            <a:ext cx="8844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latin typeface="Noto Serif Ethiopic"/>
                <a:ea typeface="Noto Serif Ethiopic"/>
                <a:cs typeface="Noto Serif Ethiopic"/>
                <a:sym typeface="Noto Serif Ethiopic"/>
              </a:rPr>
              <a:t>Jun</a:t>
            </a:r>
            <a:endParaRPr sz="2400">
              <a:latin typeface="Noto Serif Ethiopic"/>
              <a:ea typeface="Noto Serif Ethiopic"/>
              <a:cs typeface="Noto Serif Ethiopic"/>
              <a:sym typeface="Noto Serif Ethiopic"/>
            </a:endParaRPr>
          </a:p>
        </p:txBody>
      </p:sp>
      <p:cxnSp>
        <p:nvCxnSpPr>
          <p:cNvPr id="893" name="Google Shape;893;p71"/>
          <p:cNvCxnSpPr>
            <a:stCxn id="869" idx="2"/>
          </p:cNvCxnSpPr>
          <p:nvPr/>
        </p:nvCxnSpPr>
        <p:spPr>
          <a:xfrm flipH="1" rot="-5400000">
            <a:off x="-150212" y="3247225"/>
            <a:ext cx="2043900" cy="600"/>
          </a:xfrm>
          <a:prstGeom prst="bentConnector3">
            <a:avLst>
              <a:gd fmla="val 50000" name="adj1"/>
            </a:avLst>
          </a:prstGeom>
          <a:noFill/>
          <a:ln cap="flat" cmpd="sng" w="9525">
            <a:solidFill>
              <a:schemeClr val="dk1"/>
            </a:solidFill>
            <a:prstDash val="solid"/>
            <a:round/>
            <a:headEnd len="med" w="med" type="none"/>
            <a:tailEnd len="med" w="med" type="diamond"/>
          </a:ln>
        </p:spPr>
      </p:cxnSp>
      <p:cxnSp>
        <p:nvCxnSpPr>
          <p:cNvPr id="894" name="Google Shape;894;p71"/>
          <p:cNvCxnSpPr>
            <a:stCxn id="871" idx="2"/>
          </p:cNvCxnSpPr>
          <p:nvPr/>
        </p:nvCxnSpPr>
        <p:spPr>
          <a:xfrm flipH="1" rot="-5400000">
            <a:off x="2355318" y="3247225"/>
            <a:ext cx="2043900" cy="600"/>
          </a:xfrm>
          <a:prstGeom prst="bentConnector3">
            <a:avLst>
              <a:gd fmla="val 50000" name="adj1"/>
            </a:avLst>
          </a:prstGeom>
          <a:noFill/>
          <a:ln cap="flat" cmpd="sng" w="9525">
            <a:solidFill>
              <a:schemeClr val="dk1"/>
            </a:solidFill>
            <a:prstDash val="solid"/>
            <a:round/>
            <a:headEnd len="med" w="med" type="none"/>
            <a:tailEnd len="med" w="med" type="diamond"/>
          </a:ln>
        </p:spPr>
      </p:cxnSp>
      <p:cxnSp>
        <p:nvCxnSpPr>
          <p:cNvPr id="895" name="Google Shape;895;p71"/>
          <p:cNvCxnSpPr>
            <a:stCxn id="873" idx="2"/>
          </p:cNvCxnSpPr>
          <p:nvPr/>
        </p:nvCxnSpPr>
        <p:spPr>
          <a:xfrm flipH="1" rot="-5400000">
            <a:off x="4860848" y="3247225"/>
            <a:ext cx="2043900" cy="600"/>
          </a:xfrm>
          <a:prstGeom prst="bentConnector3">
            <a:avLst>
              <a:gd fmla="val 50000" name="adj1"/>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9" name="Shape 899"/>
        <p:cNvGrpSpPr/>
        <p:nvPr/>
      </p:nvGrpSpPr>
      <p:grpSpPr>
        <a:xfrm>
          <a:off x="0" y="0"/>
          <a:ext cx="0" cy="0"/>
          <a:chOff x="0" y="0"/>
          <a:chExt cx="0" cy="0"/>
        </a:xfrm>
      </p:grpSpPr>
      <p:sp>
        <p:nvSpPr>
          <p:cNvPr id="900" name="Google Shape;900;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Three marketing plans</a:t>
            </a:r>
            <a:endParaRPr/>
          </a:p>
        </p:txBody>
      </p:sp>
      <p:sp>
        <p:nvSpPr>
          <p:cNvPr id="901" name="Google Shape;901;p72"/>
          <p:cNvSpPr txBox="1"/>
          <p:nvPr>
            <p:ph idx="1" type="subTitle"/>
          </p:nvPr>
        </p:nvSpPr>
        <p:spPr>
          <a:xfrm>
            <a:off x="3037207" y="1417350"/>
            <a:ext cx="30696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902" name="Google Shape;902;p72"/>
          <p:cNvSpPr txBox="1"/>
          <p:nvPr>
            <p:ph idx="2" type="subTitle"/>
          </p:nvPr>
        </p:nvSpPr>
        <p:spPr>
          <a:xfrm>
            <a:off x="3037207" y="1902150"/>
            <a:ext cx="3069600" cy="72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 </a:t>
            </a:r>
            <a:endParaRPr/>
          </a:p>
        </p:txBody>
      </p:sp>
      <p:sp>
        <p:nvSpPr>
          <p:cNvPr id="903" name="Google Shape;903;p72"/>
          <p:cNvSpPr txBox="1"/>
          <p:nvPr>
            <p:ph idx="3" type="subTitle"/>
          </p:nvPr>
        </p:nvSpPr>
        <p:spPr>
          <a:xfrm>
            <a:off x="1176669" y="3296076"/>
            <a:ext cx="3069600" cy="72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904" name="Google Shape;904;p72"/>
          <p:cNvSpPr txBox="1"/>
          <p:nvPr>
            <p:ph idx="4" type="subTitle"/>
          </p:nvPr>
        </p:nvSpPr>
        <p:spPr>
          <a:xfrm>
            <a:off x="4897741" y="3296075"/>
            <a:ext cx="3069600" cy="72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905" name="Google Shape;905;p72"/>
          <p:cNvSpPr txBox="1"/>
          <p:nvPr>
            <p:ph idx="5" type="subTitle"/>
          </p:nvPr>
        </p:nvSpPr>
        <p:spPr>
          <a:xfrm>
            <a:off x="1176659" y="2811275"/>
            <a:ext cx="30696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906" name="Google Shape;906;p72"/>
          <p:cNvSpPr txBox="1"/>
          <p:nvPr>
            <p:ph idx="6" type="subTitle"/>
          </p:nvPr>
        </p:nvSpPr>
        <p:spPr>
          <a:xfrm>
            <a:off x="4897731" y="2811275"/>
            <a:ext cx="30696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 name="Shape 910"/>
        <p:cNvGrpSpPr/>
        <p:nvPr/>
      </p:nvGrpSpPr>
      <p:grpSpPr>
        <a:xfrm>
          <a:off x="0" y="0"/>
          <a:ext cx="0" cy="0"/>
          <a:chOff x="0" y="0"/>
          <a:chExt cx="0" cy="0"/>
        </a:xfrm>
      </p:grpSpPr>
      <p:sp>
        <p:nvSpPr>
          <p:cNvPr id="911" name="Google Shape;911;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912" name="Google Shape;912;p73"/>
          <p:cNvSpPr txBox="1"/>
          <p:nvPr>
            <p:ph idx="1" type="subTitle"/>
          </p:nvPr>
        </p:nvSpPr>
        <p:spPr>
          <a:xfrm>
            <a:off x="4572000" y="1598050"/>
            <a:ext cx="2505600" cy="49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Timmy Jimmy</a:t>
            </a:r>
            <a:endParaRPr/>
          </a:p>
        </p:txBody>
      </p:sp>
      <p:sp>
        <p:nvSpPr>
          <p:cNvPr id="913" name="Google Shape;913;p73"/>
          <p:cNvSpPr txBox="1"/>
          <p:nvPr>
            <p:ph idx="2" type="subTitle"/>
          </p:nvPr>
        </p:nvSpPr>
        <p:spPr>
          <a:xfrm>
            <a:off x="2066400" y="2938825"/>
            <a:ext cx="2505600" cy="494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Sofia Hill</a:t>
            </a:r>
            <a:endParaRPr/>
          </a:p>
        </p:txBody>
      </p:sp>
      <p:sp>
        <p:nvSpPr>
          <p:cNvPr id="914" name="Google Shape;914;p73"/>
          <p:cNvSpPr txBox="1"/>
          <p:nvPr>
            <p:ph idx="3" type="subTitle"/>
          </p:nvPr>
        </p:nvSpPr>
        <p:spPr>
          <a:xfrm>
            <a:off x="4572000" y="2092150"/>
            <a:ext cx="2505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915" name="Google Shape;915;p73"/>
          <p:cNvSpPr txBox="1"/>
          <p:nvPr>
            <p:ph idx="4" type="subTitle"/>
          </p:nvPr>
        </p:nvSpPr>
        <p:spPr>
          <a:xfrm>
            <a:off x="2066400" y="3432925"/>
            <a:ext cx="25056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speak a bit about this person here</a:t>
            </a:r>
            <a:endParaRPr/>
          </a:p>
        </p:txBody>
      </p:sp>
      <p:pic>
        <p:nvPicPr>
          <p:cNvPr id="916" name="Google Shape;916;p73"/>
          <p:cNvPicPr preferRelativeResize="0"/>
          <p:nvPr/>
        </p:nvPicPr>
        <p:blipFill rotWithShape="1">
          <a:blip r:embed="rId3">
            <a:alphaModFix/>
          </a:blip>
          <a:srcRect b="52883" l="16309" r="39349" t="3263"/>
          <a:stretch/>
        </p:blipFill>
        <p:spPr>
          <a:xfrm>
            <a:off x="4944000" y="2844475"/>
            <a:ext cx="1761603" cy="1161151"/>
          </a:xfrm>
          <a:prstGeom prst="rect">
            <a:avLst/>
          </a:prstGeom>
          <a:noFill/>
          <a:ln>
            <a:noFill/>
          </a:ln>
        </p:spPr>
      </p:pic>
      <p:pic>
        <p:nvPicPr>
          <p:cNvPr id="917" name="Google Shape;917;p73"/>
          <p:cNvPicPr preferRelativeResize="0"/>
          <p:nvPr/>
        </p:nvPicPr>
        <p:blipFill rotWithShape="1">
          <a:blip r:embed="rId4">
            <a:alphaModFix/>
          </a:blip>
          <a:srcRect b="44456" l="0" r="0" t="9134"/>
          <a:stretch/>
        </p:blipFill>
        <p:spPr>
          <a:xfrm>
            <a:off x="2438400" y="1503700"/>
            <a:ext cx="1761601" cy="1161149"/>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1" name="Shape 921"/>
        <p:cNvGrpSpPr/>
        <p:nvPr/>
      </p:nvGrpSpPr>
      <p:grpSpPr>
        <a:xfrm>
          <a:off x="0" y="0"/>
          <a:ext cx="0" cy="0"/>
          <a:chOff x="0" y="0"/>
          <a:chExt cx="0" cy="0"/>
        </a:xfrm>
      </p:grpSpPr>
      <p:sp>
        <p:nvSpPr>
          <p:cNvPr id="922" name="Google Shape;922;p74"/>
          <p:cNvSpPr txBox="1"/>
          <p:nvPr>
            <p:ph idx="1" type="subTitle"/>
          </p:nvPr>
        </p:nvSpPr>
        <p:spPr>
          <a:xfrm>
            <a:off x="2425050" y="1910763"/>
            <a:ext cx="4293900" cy="110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latin typeface="Noto Serif Ethiopic"/>
                <a:ea typeface="Noto Serif Ethiopic"/>
                <a:cs typeface="Noto Serif Ethiopic"/>
                <a:sym typeface="Noto Serif Ethiopic"/>
              </a:rPr>
              <a:t>Do you have any questions?</a:t>
            </a:r>
            <a:endParaRPr sz="2400">
              <a:latin typeface="Noto Serif Ethiopic"/>
              <a:ea typeface="Noto Serif Ethiopic"/>
              <a:cs typeface="Noto Serif Ethiopic"/>
              <a:sym typeface="Noto Serif Ethiopic"/>
            </a:endParaRPr>
          </a:p>
          <a:p>
            <a:pPr indent="0" lvl="0" marL="0" rtl="0" algn="ctr">
              <a:spcBef>
                <a:spcPts val="0"/>
              </a:spcBef>
              <a:spcAft>
                <a:spcPts val="0"/>
              </a:spcAft>
              <a:buNone/>
            </a:pPr>
            <a:r>
              <a:rPr lang="en"/>
              <a:t>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sp>
        <p:nvSpPr>
          <p:cNvPr id="923" name="Google Shape;923;p74"/>
          <p:cNvSpPr txBox="1"/>
          <p:nvPr>
            <p:ph type="ctrTitle"/>
          </p:nvPr>
        </p:nvSpPr>
        <p:spPr>
          <a:xfrm>
            <a:off x="2429925" y="876038"/>
            <a:ext cx="4284000" cy="99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924" name="Google Shape;924;p74"/>
          <p:cNvSpPr txBox="1"/>
          <p:nvPr/>
        </p:nvSpPr>
        <p:spPr>
          <a:xfrm>
            <a:off x="3376500" y="4061373"/>
            <a:ext cx="2391000" cy="34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katab"/>
                <a:ea typeface="Akatab"/>
                <a:cs typeface="Akatab"/>
                <a:sym typeface="Akatab"/>
              </a:rPr>
              <a:t>Please keep this slide for attribution</a:t>
            </a:r>
            <a:endParaRPr sz="1000">
              <a:solidFill>
                <a:schemeClr val="dk1"/>
              </a:solidFill>
              <a:latin typeface="Akatab"/>
              <a:ea typeface="Akatab"/>
              <a:cs typeface="Akatab"/>
              <a:sym typeface="Akatab"/>
            </a:endParaRPr>
          </a:p>
        </p:txBody>
      </p:sp>
      <p:sp>
        <p:nvSpPr>
          <p:cNvPr id="925" name="Google Shape;925;p74"/>
          <p:cNvSpPr/>
          <p:nvPr/>
        </p:nvSpPr>
        <p:spPr>
          <a:xfrm>
            <a:off x="3725083" y="3613165"/>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 name="Google Shape;926;p74"/>
          <p:cNvGrpSpPr/>
          <p:nvPr/>
        </p:nvGrpSpPr>
        <p:grpSpPr>
          <a:xfrm>
            <a:off x="4174554" y="3613356"/>
            <a:ext cx="346056" cy="345674"/>
            <a:chOff x="3303268" y="3817349"/>
            <a:chExt cx="346056" cy="345674"/>
          </a:xfrm>
        </p:grpSpPr>
        <p:sp>
          <p:nvSpPr>
            <p:cNvPr id="927" name="Google Shape;927;p7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7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7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7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 name="Google Shape;931;p74"/>
          <p:cNvGrpSpPr/>
          <p:nvPr/>
        </p:nvGrpSpPr>
        <p:grpSpPr>
          <a:xfrm>
            <a:off x="4623644" y="3613356"/>
            <a:ext cx="346056" cy="345674"/>
            <a:chOff x="3752358" y="3817349"/>
            <a:chExt cx="346056" cy="345674"/>
          </a:xfrm>
        </p:grpSpPr>
        <p:sp>
          <p:nvSpPr>
            <p:cNvPr id="932" name="Google Shape;932;p7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7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7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7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74"/>
          <p:cNvGrpSpPr/>
          <p:nvPr/>
        </p:nvGrpSpPr>
        <p:grpSpPr>
          <a:xfrm>
            <a:off x="5072733" y="3613356"/>
            <a:ext cx="346024" cy="345674"/>
            <a:chOff x="4201447" y="3817349"/>
            <a:chExt cx="346024" cy="345674"/>
          </a:xfrm>
        </p:grpSpPr>
        <p:sp>
          <p:nvSpPr>
            <p:cNvPr id="937" name="Google Shape;937;p7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7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 name="Shape 942"/>
        <p:cNvGrpSpPr/>
        <p:nvPr/>
      </p:nvGrpSpPr>
      <p:grpSpPr>
        <a:xfrm>
          <a:off x="0" y="0"/>
          <a:ext cx="0" cy="0"/>
          <a:chOff x="0" y="0"/>
          <a:chExt cx="0" cy="0"/>
        </a:xfrm>
      </p:grpSpPr>
      <p:sp>
        <p:nvSpPr>
          <p:cNvPr id="943" name="Google Shape;943;p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944" name="Google Shape;944;p75"/>
          <p:cNvSpPr txBox="1"/>
          <p:nvPr>
            <p:ph idx="1" type="body"/>
          </p:nvPr>
        </p:nvSpPr>
        <p:spPr>
          <a:xfrm>
            <a:off x="720000" y="1152475"/>
            <a:ext cx="7704000" cy="115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1000"/>
              </a:spcBef>
              <a:spcAft>
                <a:spcPts val="0"/>
              </a:spcAft>
              <a:buNone/>
            </a:pPr>
            <a:r>
              <a:rPr b="1" lang="en"/>
              <a:t>Vectors</a:t>
            </a:r>
            <a:endParaRPr b="1"/>
          </a:p>
          <a:p>
            <a:pPr indent="-304800" lvl="0" marL="457200" rtl="0" algn="l">
              <a:spcBef>
                <a:spcPts val="0"/>
              </a:spcBef>
              <a:spcAft>
                <a:spcPts val="0"/>
              </a:spcAft>
              <a:buSzPts val="1200"/>
              <a:buChar char="●"/>
            </a:pPr>
            <a:r>
              <a:rPr lang="en" u="sng">
                <a:hlinkClick r:id="rId3"/>
              </a:rPr>
              <a:t>Geometric shapes flat background</a:t>
            </a:r>
            <a:endParaRPr/>
          </a:p>
        </p:txBody>
      </p:sp>
      <p:sp>
        <p:nvSpPr>
          <p:cNvPr id="945" name="Google Shape;945;p75"/>
          <p:cNvSpPr/>
          <p:nvPr/>
        </p:nvSpPr>
        <p:spPr>
          <a:xfrm>
            <a:off x="2284139" y="3447701"/>
            <a:ext cx="4577174" cy="231469"/>
          </a:xfrm>
          <a:custGeom>
            <a:rect b="b" l="l" r="r" t="t"/>
            <a:pathLst>
              <a:path extrusionOk="0" h="12463" w="246449">
                <a:moveTo>
                  <a:pt x="15958" y="0"/>
                </a:moveTo>
                <a:lnTo>
                  <a:pt x="0" y="10031"/>
                </a:lnTo>
                <a:lnTo>
                  <a:pt x="1246" y="12067"/>
                </a:lnTo>
                <a:lnTo>
                  <a:pt x="15958" y="2858"/>
                </a:lnTo>
                <a:lnTo>
                  <a:pt x="31277" y="12463"/>
                </a:lnTo>
                <a:lnTo>
                  <a:pt x="46597" y="2858"/>
                </a:lnTo>
                <a:lnTo>
                  <a:pt x="61947" y="12463"/>
                </a:lnTo>
                <a:lnTo>
                  <a:pt x="77236" y="2858"/>
                </a:lnTo>
                <a:lnTo>
                  <a:pt x="92555" y="12463"/>
                </a:lnTo>
                <a:lnTo>
                  <a:pt x="107905" y="2858"/>
                </a:lnTo>
                <a:lnTo>
                  <a:pt x="123224" y="12463"/>
                </a:lnTo>
                <a:lnTo>
                  <a:pt x="138544" y="2858"/>
                </a:lnTo>
                <a:lnTo>
                  <a:pt x="153833" y="12463"/>
                </a:lnTo>
                <a:lnTo>
                  <a:pt x="169183" y="2858"/>
                </a:lnTo>
                <a:lnTo>
                  <a:pt x="184502" y="12463"/>
                </a:lnTo>
                <a:lnTo>
                  <a:pt x="199822" y="2858"/>
                </a:lnTo>
                <a:lnTo>
                  <a:pt x="215141" y="12463"/>
                </a:lnTo>
                <a:lnTo>
                  <a:pt x="230491" y="2858"/>
                </a:lnTo>
                <a:lnTo>
                  <a:pt x="245142" y="12067"/>
                </a:lnTo>
                <a:lnTo>
                  <a:pt x="246449" y="10031"/>
                </a:lnTo>
                <a:lnTo>
                  <a:pt x="230491" y="0"/>
                </a:lnTo>
                <a:lnTo>
                  <a:pt x="215141" y="9636"/>
                </a:lnTo>
                <a:lnTo>
                  <a:pt x="199822" y="0"/>
                </a:lnTo>
                <a:lnTo>
                  <a:pt x="184502" y="9636"/>
                </a:lnTo>
                <a:lnTo>
                  <a:pt x="169183" y="0"/>
                </a:lnTo>
                <a:lnTo>
                  <a:pt x="153833" y="9636"/>
                </a:lnTo>
                <a:lnTo>
                  <a:pt x="138544" y="0"/>
                </a:lnTo>
                <a:lnTo>
                  <a:pt x="123224" y="9636"/>
                </a:lnTo>
                <a:lnTo>
                  <a:pt x="107905" y="0"/>
                </a:lnTo>
                <a:lnTo>
                  <a:pt x="92555" y="9636"/>
                </a:lnTo>
                <a:lnTo>
                  <a:pt x="77236" y="0"/>
                </a:lnTo>
                <a:lnTo>
                  <a:pt x="61947" y="9636"/>
                </a:lnTo>
                <a:lnTo>
                  <a:pt x="46597" y="0"/>
                </a:lnTo>
                <a:lnTo>
                  <a:pt x="31277" y="9636"/>
                </a:lnTo>
                <a:lnTo>
                  <a:pt x="159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 name="Google Shape;946;p75"/>
          <p:cNvGrpSpPr/>
          <p:nvPr/>
        </p:nvGrpSpPr>
        <p:grpSpPr>
          <a:xfrm>
            <a:off x="2281316" y="3027682"/>
            <a:ext cx="4553709" cy="72266"/>
            <a:chOff x="2281316" y="3027682"/>
            <a:chExt cx="4553709" cy="72266"/>
          </a:xfrm>
        </p:grpSpPr>
        <p:sp>
          <p:nvSpPr>
            <p:cNvPr id="947" name="Google Shape;947;p75"/>
            <p:cNvSpPr/>
            <p:nvPr/>
          </p:nvSpPr>
          <p:spPr>
            <a:xfrm>
              <a:off x="6763298" y="3027682"/>
              <a:ext cx="71727" cy="72266"/>
            </a:xfrm>
            <a:custGeom>
              <a:rect b="b" l="l" r="r" t="t"/>
              <a:pathLst>
                <a:path extrusionOk="0" h="3891" w="3862">
                  <a:moveTo>
                    <a:pt x="1916" y="0"/>
                  </a:moveTo>
                  <a:cubicBezTo>
                    <a:pt x="852" y="0"/>
                    <a:pt x="1" y="882"/>
                    <a:pt x="1" y="1945"/>
                  </a:cubicBezTo>
                  <a:cubicBezTo>
                    <a:pt x="1" y="3009"/>
                    <a:pt x="852" y="3891"/>
                    <a:pt x="1916" y="3891"/>
                  </a:cubicBezTo>
                  <a:cubicBezTo>
                    <a:pt x="3010" y="3891"/>
                    <a:pt x="3861" y="3009"/>
                    <a:pt x="3861" y="1945"/>
                  </a:cubicBezTo>
                  <a:cubicBezTo>
                    <a:pt x="3861" y="882"/>
                    <a:pt x="3010" y="0"/>
                    <a:pt x="1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75"/>
            <p:cNvSpPr/>
            <p:nvPr/>
          </p:nvSpPr>
          <p:spPr>
            <a:xfrm>
              <a:off x="6608618" y="3027682"/>
              <a:ext cx="72266" cy="72266"/>
            </a:xfrm>
            <a:custGeom>
              <a:rect b="b" l="l" r="r" t="t"/>
              <a:pathLst>
                <a:path extrusionOk="0" h="3891" w="3891">
                  <a:moveTo>
                    <a:pt x="1946" y="0"/>
                  </a:moveTo>
                  <a:cubicBezTo>
                    <a:pt x="882" y="0"/>
                    <a:pt x="0" y="882"/>
                    <a:pt x="0" y="1945"/>
                  </a:cubicBezTo>
                  <a:cubicBezTo>
                    <a:pt x="0" y="3009"/>
                    <a:pt x="882" y="3891"/>
                    <a:pt x="1946" y="3891"/>
                  </a:cubicBezTo>
                  <a:cubicBezTo>
                    <a:pt x="3010" y="3891"/>
                    <a:pt x="3891" y="3009"/>
                    <a:pt x="3891" y="1945"/>
                  </a:cubicBezTo>
                  <a:cubicBezTo>
                    <a:pt x="3891" y="88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75"/>
            <p:cNvSpPr/>
            <p:nvPr/>
          </p:nvSpPr>
          <p:spPr>
            <a:xfrm>
              <a:off x="6453919" y="3027682"/>
              <a:ext cx="72284" cy="72266"/>
            </a:xfrm>
            <a:custGeom>
              <a:rect b="b" l="l" r="r" t="t"/>
              <a:pathLst>
                <a:path extrusionOk="0" h="3891" w="3892">
                  <a:moveTo>
                    <a:pt x="1946" y="0"/>
                  </a:moveTo>
                  <a:cubicBezTo>
                    <a:pt x="882" y="0"/>
                    <a:pt x="1" y="882"/>
                    <a:pt x="1" y="1945"/>
                  </a:cubicBezTo>
                  <a:cubicBezTo>
                    <a:pt x="1" y="3009"/>
                    <a:pt x="882" y="3891"/>
                    <a:pt x="1946" y="3891"/>
                  </a:cubicBezTo>
                  <a:cubicBezTo>
                    <a:pt x="3010" y="3891"/>
                    <a:pt x="3892" y="3009"/>
                    <a:pt x="3892" y="1945"/>
                  </a:cubicBezTo>
                  <a:cubicBezTo>
                    <a:pt x="3892" y="88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75"/>
            <p:cNvSpPr/>
            <p:nvPr/>
          </p:nvSpPr>
          <p:spPr>
            <a:xfrm>
              <a:off x="6299797" y="3027682"/>
              <a:ext cx="71727" cy="72266"/>
            </a:xfrm>
            <a:custGeom>
              <a:rect b="b" l="l" r="r" t="t"/>
              <a:pathLst>
                <a:path extrusionOk="0" h="3891" w="3862">
                  <a:moveTo>
                    <a:pt x="1916" y="0"/>
                  </a:moveTo>
                  <a:cubicBezTo>
                    <a:pt x="852" y="0"/>
                    <a:pt x="1" y="882"/>
                    <a:pt x="1" y="1945"/>
                  </a:cubicBezTo>
                  <a:cubicBezTo>
                    <a:pt x="1" y="3009"/>
                    <a:pt x="852" y="3891"/>
                    <a:pt x="1916" y="3891"/>
                  </a:cubicBezTo>
                  <a:cubicBezTo>
                    <a:pt x="2980" y="3891"/>
                    <a:pt x="3861" y="3009"/>
                    <a:pt x="3861" y="1945"/>
                  </a:cubicBezTo>
                  <a:cubicBezTo>
                    <a:pt x="3861" y="882"/>
                    <a:pt x="2980" y="0"/>
                    <a:pt x="1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75"/>
            <p:cNvSpPr/>
            <p:nvPr/>
          </p:nvSpPr>
          <p:spPr>
            <a:xfrm>
              <a:off x="6145117" y="3027682"/>
              <a:ext cx="71708" cy="72266"/>
            </a:xfrm>
            <a:custGeom>
              <a:rect b="b" l="l" r="r" t="t"/>
              <a:pathLst>
                <a:path extrusionOk="0" h="3891" w="3861">
                  <a:moveTo>
                    <a:pt x="1946" y="0"/>
                  </a:moveTo>
                  <a:cubicBezTo>
                    <a:pt x="852" y="0"/>
                    <a:pt x="0" y="882"/>
                    <a:pt x="0" y="1945"/>
                  </a:cubicBezTo>
                  <a:cubicBezTo>
                    <a:pt x="0" y="3009"/>
                    <a:pt x="852" y="3891"/>
                    <a:pt x="1946" y="3891"/>
                  </a:cubicBezTo>
                  <a:cubicBezTo>
                    <a:pt x="3010" y="3891"/>
                    <a:pt x="3861" y="3009"/>
                    <a:pt x="3861" y="1945"/>
                  </a:cubicBezTo>
                  <a:cubicBezTo>
                    <a:pt x="3861" y="88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75"/>
            <p:cNvSpPr/>
            <p:nvPr/>
          </p:nvSpPr>
          <p:spPr>
            <a:xfrm>
              <a:off x="5990994" y="3028239"/>
              <a:ext cx="72284" cy="71708"/>
            </a:xfrm>
            <a:custGeom>
              <a:rect b="b" l="l" r="r" t="t"/>
              <a:pathLst>
                <a:path extrusionOk="0" h="3861" w="3892">
                  <a:moveTo>
                    <a:pt x="1946" y="0"/>
                  </a:moveTo>
                  <a:cubicBezTo>
                    <a:pt x="882" y="0"/>
                    <a:pt x="0" y="852"/>
                    <a:pt x="0" y="1915"/>
                  </a:cubicBezTo>
                  <a:cubicBezTo>
                    <a:pt x="0" y="2979"/>
                    <a:pt x="882" y="3830"/>
                    <a:pt x="1946" y="3861"/>
                  </a:cubicBezTo>
                  <a:cubicBezTo>
                    <a:pt x="3010" y="3861"/>
                    <a:pt x="3891" y="2979"/>
                    <a:pt x="3891" y="1915"/>
                  </a:cubicBezTo>
                  <a:cubicBezTo>
                    <a:pt x="3891" y="85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75"/>
            <p:cNvSpPr/>
            <p:nvPr/>
          </p:nvSpPr>
          <p:spPr>
            <a:xfrm>
              <a:off x="5836872" y="3028239"/>
              <a:ext cx="71708" cy="71708"/>
            </a:xfrm>
            <a:custGeom>
              <a:rect b="b" l="l" r="r" t="t"/>
              <a:pathLst>
                <a:path extrusionOk="0" h="3861" w="3861">
                  <a:moveTo>
                    <a:pt x="1915" y="0"/>
                  </a:moveTo>
                  <a:cubicBezTo>
                    <a:pt x="852" y="0"/>
                    <a:pt x="0" y="852"/>
                    <a:pt x="0" y="1915"/>
                  </a:cubicBezTo>
                  <a:cubicBezTo>
                    <a:pt x="0" y="2979"/>
                    <a:pt x="852" y="3861"/>
                    <a:pt x="1915" y="3861"/>
                  </a:cubicBezTo>
                  <a:cubicBezTo>
                    <a:pt x="2979" y="3861"/>
                    <a:pt x="3861" y="2979"/>
                    <a:pt x="3861" y="1915"/>
                  </a:cubicBezTo>
                  <a:cubicBezTo>
                    <a:pt x="3861" y="852"/>
                    <a:pt x="2979" y="0"/>
                    <a:pt x="19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75"/>
            <p:cNvSpPr/>
            <p:nvPr/>
          </p:nvSpPr>
          <p:spPr>
            <a:xfrm>
              <a:off x="5682192" y="3028239"/>
              <a:ext cx="71708" cy="71708"/>
            </a:xfrm>
            <a:custGeom>
              <a:rect b="b" l="l" r="r" t="t"/>
              <a:pathLst>
                <a:path extrusionOk="0" h="3861" w="3861">
                  <a:moveTo>
                    <a:pt x="1945" y="0"/>
                  </a:moveTo>
                  <a:cubicBezTo>
                    <a:pt x="851" y="0"/>
                    <a:pt x="0" y="852"/>
                    <a:pt x="0" y="1915"/>
                  </a:cubicBezTo>
                  <a:cubicBezTo>
                    <a:pt x="0" y="2979"/>
                    <a:pt x="881" y="3830"/>
                    <a:pt x="1945" y="3861"/>
                  </a:cubicBezTo>
                  <a:cubicBezTo>
                    <a:pt x="3009" y="3861"/>
                    <a:pt x="3860" y="2979"/>
                    <a:pt x="3860" y="1915"/>
                  </a:cubicBezTo>
                  <a:cubicBezTo>
                    <a:pt x="3860" y="852"/>
                    <a:pt x="2979" y="0"/>
                    <a:pt x="19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75"/>
            <p:cNvSpPr/>
            <p:nvPr/>
          </p:nvSpPr>
          <p:spPr>
            <a:xfrm>
              <a:off x="5527493" y="3028239"/>
              <a:ext cx="72284" cy="71708"/>
            </a:xfrm>
            <a:custGeom>
              <a:rect b="b" l="l" r="r" t="t"/>
              <a:pathLst>
                <a:path extrusionOk="0" h="3861" w="3892">
                  <a:moveTo>
                    <a:pt x="1946" y="0"/>
                  </a:moveTo>
                  <a:cubicBezTo>
                    <a:pt x="882" y="0"/>
                    <a:pt x="1" y="852"/>
                    <a:pt x="1" y="1915"/>
                  </a:cubicBezTo>
                  <a:cubicBezTo>
                    <a:pt x="1" y="2979"/>
                    <a:pt x="882" y="3830"/>
                    <a:pt x="1946" y="3861"/>
                  </a:cubicBezTo>
                  <a:cubicBezTo>
                    <a:pt x="3010" y="3861"/>
                    <a:pt x="3891" y="2979"/>
                    <a:pt x="3891" y="1915"/>
                  </a:cubicBezTo>
                  <a:cubicBezTo>
                    <a:pt x="3891" y="85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75"/>
            <p:cNvSpPr/>
            <p:nvPr/>
          </p:nvSpPr>
          <p:spPr>
            <a:xfrm>
              <a:off x="5372814" y="3028239"/>
              <a:ext cx="72266" cy="71708"/>
            </a:xfrm>
            <a:custGeom>
              <a:rect b="b" l="l" r="r" t="t"/>
              <a:pathLst>
                <a:path extrusionOk="0" h="3861" w="3891">
                  <a:moveTo>
                    <a:pt x="1945" y="0"/>
                  </a:moveTo>
                  <a:cubicBezTo>
                    <a:pt x="882" y="0"/>
                    <a:pt x="0" y="852"/>
                    <a:pt x="0" y="1915"/>
                  </a:cubicBezTo>
                  <a:cubicBezTo>
                    <a:pt x="0" y="2979"/>
                    <a:pt x="882" y="3830"/>
                    <a:pt x="1945" y="3861"/>
                  </a:cubicBezTo>
                  <a:cubicBezTo>
                    <a:pt x="3009" y="3861"/>
                    <a:pt x="3891" y="2979"/>
                    <a:pt x="3891" y="1915"/>
                  </a:cubicBezTo>
                  <a:cubicBezTo>
                    <a:pt x="3891" y="852"/>
                    <a:pt x="3009" y="0"/>
                    <a:pt x="19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75"/>
            <p:cNvSpPr/>
            <p:nvPr/>
          </p:nvSpPr>
          <p:spPr>
            <a:xfrm>
              <a:off x="5218691" y="3028239"/>
              <a:ext cx="71708" cy="71708"/>
            </a:xfrm>
            <a:custGeom>
              <a:rect b="b" l="l" r="r" t="t"/>
              <a:pathLst>
                <a:path extrusionOk="0" h="3861" w="3861">
                  <a:moveTo>
                    <a:pt x="1915" y="0"/>
                  </a:moveTo>
                  <a:cubicBezTo>
                    <a:pt x="851" y="0"/>
                    <a:pt x="0" y="852"/>
                    <a:pt x="0" y="1915"/>
                  </a:cubicBezTo>
                  <a:cubicBezTo>
                    <a:pt x="0" y="2979"/>
                    <a:pt x="851" y="3830"/>
                    <a:pt x="1915" y="3861"/>
                  </a:cubicBezTo>
                  <a:cubicBezTo>
                    <a:pt x="2979" y="3861"/>
                    <a:pt x="3860" y="2979"/>
                    <a:pt x="3860" y="1915"/>
                  </a:cubicBezTo>
                  <a:cubicBezTo>
                    <a:pt x="3860" y="852"/>
                    <a:pt x="2979" y="0"/>
                    <a:pt x="19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75"/>
            <p:cNvSpPr/>
            <p:nvPr/>
          </p:nvSpPr>
          <p:spPr>
            <a:xfrm>
              <a:off x="5063993" y="3028239"/>
              <a:ext cx="71708" cy="71708"/>
            </a:xfrm>
            <a:custGeom>
              <a:rect b="b" l="l" r="r" t="t"/>
              <a:pathLst>
                <a:path extrusionOk="0" h="3861" w="3861">
                  <a:moveTo>
                    <a:pt x="1946" y="0"/>
                  </a:moveTo>
                  <a:cubicBezTo>
                    <a:pt x="882" y="0"/>
                    <a:pt x="1" y="852"/>
                    <a:pt x="1" y="1915"/>
                  </a:cubicBezTo>
                  <a:cubicBezTo>
                    <a:pt x="1" y="2979"/>
                    <a:pt x="882" y="3861"/>
                    <a:pt x="1946" y="3861"/>
                  </a:cubicBezTo>
                  <a:cubicBezTo>
                    <a:pt x="3010" y="3861"/>
                    <a:pt x="3861" y="2979"/>
                    <a:pt x="3861" y="1915"/>
                  </a:cubicBezTo>
                  <a:cubicBezTo>
                    <a:pt x="3861" y="85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75"/>
            <p:cNvSpPr/>
            <p:nvPr/>
          </p:nvSpPr>
          <p:spPr>
            <a:xfrm>
              <a:off x="4909313" y="3028239"/>
              <a:ext cx="72266" cy="71708"/>
            </a:xfrm>
            <a:custGeom>
              <a:rect b="b" l="l" r="r" t="t"/>
              <a:pathLst>
                <a:path extrusionOk="0" h="3861" w="3891">
                  <a:moveTo>
                    <a:pt x="1946" y="0"/>
                  </a:moveTo>
                  <a:cubicBezTo>
                    <a:pt x="882" y="0"/>
                    <a:pt x="0" y="852"/>
                    <a:pt x="0" y="1915"/>
                  </a:cubicBezTo>
                  <a:cubicBezTo>
                    <a:pt x="0" y="2979"/>
                    <a:pt x="882" y="3830"/>
                    <a:pt x="1946" y="3861"/>
                  </a:cubicBezTo>
                  <a:cubicBezTo>
                    <a:pt x="3009" y="3861"/>
                    <a:pt x="3891" y="2979"/>
                    <a:pt x="3891" y="1915"/>
                  </a:cubicBezTo>
                  <a:cubicBezTo>
                    <a:pt x="3891" y="852"/>
                    <a:pt x="3009"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75"/>
            <p:cNvSpPr/>
            <p:nvPr/>
          </p:nvSpPr>
          <p:spPr>
            <a:xfrm>
              <a:off x="4754057" y="3027682"/>
              <a:ext cx="71708" cy="72266"/>
            </a:xfrm>
            <a:custGeom>
              <a:rect b="b" l="l" r="r" t="t"/>
              <a:pathLst>
                <a:path extrusionOk="0" h="3891" w="3861">
                  <a:moveTo>
                    <a:pt x="1946" y="0"/>
                  </a:moveTo>
                  <a:cubicBezTo>
                    <a:pt x="882" y="0"/>
                    <a:pt x="0" y="882"/>
                    <a:pt x="0" y="1945"/>
                  </a:cubicBezTo>
                  <a:cubicBezTo>
                    <a:pt x="0" y="3009"/>
                    <a:pt x="882" y="3891"/>
                    <a:pt x="1946" y="3891"/>
                  </a:cubicBezTo>
                  <a:cubicBezTo>
                    <a:pt x="3010" y="3891"/>
                    <a:pt x="3861" y="3009"/>
                    <a:pt x="3861" y="1945"/>
                  </a:cubicBezTo>
                  <a:cubicBezTo>
                    <a:pt x="3861" y="88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75"/>
            <p:cNvSpPr/>
            <p:nvPr/>
          </p:nvSpPr>
          <p:spPr>
            <a:xfrm>
              <a:off x="4599377" y="3027682"/>
              <a:ext cx="72266" cy="72266"/>
            </a:xfrm>
            <a:custGeom>
              <a:rect b="b" l="l" r="r" t="t"/>
              <a:pathLst>
                <a:path extrusionOk="0" h="3891" w="3891">
                  <a:moveTo>
                    <a:pt x="1945" y="0"/>
                  </a:moveTo>
                  <a:cubicBezTo>
                    <a:pt x="882" y="0"/>
                    <a:pt x="0" y="882"/>
                    <a:pt x="0" y="1945"/>
                  </a:cubicBezTo>
                  <a:cubicBezTo>
                    <a:pt x="0" y="3009"/>
                    <a:pt x="882" y="3891"/>
                    <a:pt x="1945" y="3891"/>
                  </a:cubicBezTo>
                  <a:cubicBezTo>
                    <a:pt x="3009" y="3891"/>
                    <a:pt x="3891" y="3009"/>
                    <a:pt x="3891" y="1945"/>
                  </a:cubicBezTo>
                  <a:cubicBezTo>
                    <a:pt x="3891" y="882"/>
                    <a:pt x="3009" y="0"/>
                    <a:pt x="19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75"/>
            <p:cNvSpPr/>
            <p:nvPr/>
          </p:nvSpPr>
          <p:spPr>
            <a:xfrm>
              <a:off x="4445255" y="3027682"/>
              <a:ext cx="71708" cy="72266"/>
            </a:xfrm>
            <a:custGeom>
              <a:rect b="b" l="l" r="r" t="t"/>
              <a:pathLst>
                <a:path extrusionOk="0" h="3891" w="3861">
                  <a:moveTo>
                    <a:pt x="1915" y="0"/>
                  </a:moveTo>
                  <a:cubicBezTo>
                    <a:pt x="851" y="0"/>
                    <a:pt x="0" y="882"/>
                    <a:pt x="0" y="1945"/>
                  </a:cubicBezTo>
                  <a:cubicBezTo>
                    <a:pt x="0" y="3009"/>
                    <a:pt x="851" y="3891"/>
                    <a:pt x="1915" y="3891"/>
                  </a:cubicBezTo>
                  <a:cubicBezTo>
                    <a:pt x="2979" y="3891"/>
                    <a:pt x="3860" y="3009"/>
                    <a:pt x="3860" y="1945"/>
                  </a:cubicBezTo>
                  <a:cubicBezTo>
                    <a:pt x="3860" y="882"/>
                    <a:pt x="2979" y="0"/>
                    <a:pt x="19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75"/>
            <p:cNvSpPr/>
            <p:nvPr/>
          </p:nvSpPr>
          <p:spPr>
            <a:xfrm>
              <a:off x="4290556" y="3027682"/>
              <a:ext cx="71708" cy="72266"/>
            </a:xfrm>
            <a:custGeom>
              <a:rect b="b" l="l" r="r" t="t"/>
              <a:pathLst>
                <a:path extrusionOk="0" h="3891" w="3861">
                  <a:moveTo>
                    <a:pt x="1946" y="0"/>
                  </a:moveTo>
                  <a:cubicBezTo>
                    <a:pt x="852" y="0"/>
                    <a:pt x="1" y="882"/>
                    <a:pt x="1" y="1945"/>
                  </a:cubicBezTo>
                  <a:cubicBezTo>
                    <a:pt x="1" y="3009"/>
                    <a:pt x="852" y="3891"/>
                    <a:pt x="1946" y="3891"/>
                  </a:cubicBezTo>
                  <a:cubicBezTo>
                    <a:pt x="3010" y="3891"/>
                    <a:pt x="3861" y="3009"/>
                    <a:pt x="3861" y="1945"/>
                  </a:cubicBezTo>
                  <a:cubicBezTo>
                    <a:pt x="3861" y="88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75"/>
            <p:cNvSpPr/>
            <p:nvPr/>
          </p:nvSpPr>
          <p:spPr>
            <a:xfrm>
              <a:off x="4135876" y="3027682"/>
              <a:ext cx="71708" cy="72266"/>
            </a:xfrm>
            <a:custGeom>
              <a:rect b="b" l="l" r="r" t="t"/>
              <a:pathLst>
                <a:path extrusionOk="0" h="3891" w="3861">
                  <a:moveTo>
                    <a:pt x="1946" y="0"/>
                  </a:moveTo>
                  <a:cubicBezTo>
                    <a:pt x="882" y="0"/>
                    <a:pt x="0" y="882"/>
                    <a:pt x="0" y="1945"/>
                  </a:cubicBezTo>
                  <a:cubicBezTo>
                    <a:pt x="0" y="3009"/>
                    <a:pt x="882" y="3891"/>
                    <a:pt x="1946" y="3891"/>
                  </a:cubicBezTo>
                  <a:cubicBezTo>
                    <a:pt x="3009" y="3891"/>
                    <a:pt x="3860" y="3009"/>
                    <a:pt x="3860" y="1945"/>
                  </a:cubicBezTo>
                  <a:cubicBezTo>
                    <a:pt x="3860" y="882"/>
                    <a:pt x="3009"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75"/>
            <p:cNvSpPr/>
            <p:nvPr/>
          </p:nvSpPr>
          <p:spPr>
            <a:xfrm>
              <a:off x="3981754" y="3028239"/>
              <a:ext cx="72266" cy="71708"/>
            </a:xfrm>
            <a:custGeom>
              <a:rect b="b" l="l" r="r" t="t"/>
              <a:pathLst>
                <a:path extrusionOk="0" h="3861" w="3891">
                  <a:moveTo>
                    <a:pt x="1945" y="0"/>
                  </a:moveTo>
                  <a:cubicBezTo>
                    <a:pt x="882" y="0"/>
                    <a:pt x="0" y="852"/>
                    <a:pt x="0" y="1915"/>
                  </a:cubicBezTo>
                  <a:cubicBezTo>
                    <a:pt x="0" y="2979"/>
                    <a:pt x="882" y="3830"/>
                    <a:pt x="1945" y="3861"/>
                  </a:cubicBezTo>
                  <a:cubicBezTo>
                    <a:pt x="3009" y="3861"/>
                    <a:pt x="3891" y="2979"/>
                    <a:pt x="3891" y="1915"/>
                  </a:cubicBezTo>
                  <a:cubicBezTo>
                    <a:pt x="3891" y="852"/>
                    <a:pt x="3009" y="0"/>
                    <a:pt x="19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75"/>
            <p:cNvSpPr/>
            <p:nvPr/>
          </p:nvSpPr>
          <p:spPr>
            <a:xfrm>
              <a:off x="3827631" y="3028239"/>
              <a:ext cx="71708" cy="71708"/>
            </a:xfrm>
            <a:custGeom>
              <a:rect b="b" l="l" r="r" t="t"/>
              <a:pathLst>
                <a:path extrusionOk="0" h="3861" w="3861">
                  <a:moveTo>
                    <a:pt x="1945" y="0"/>
                  </a:moveTo>
                  <a:cubicBezTo>
                    <a:pt x="882" y="0"/>
                    <a:pt x="0" y="852"/>
                    <a:pt x="0" y="1915"/>
                  </a:cubicBezTo>
                  <a:cubicBezTo>
                    <a:pt x="0" y="2979"/>
                    <a:pt x="882" y="3830"/>
                    <a:pt x="1945" y="3861"/>
                  </a:cubicBezTo>
                  <a:cubicBezTo>
                    <a:pt x="3009" y="3861"/>
                    <a:pt x="3860" y="2979"/>
                    <a:pt x="3860" y="1915"/>
                  </a:cubicBezTo>
                  <a:cubicBezTo>
                    <a:pt x="3860" y="852"/>
                    <a:pt x="3009" y="0"/>
                    <a:pt x="19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75"/>
            <p:cNvSpPr/>
            <p:nvPr/>
          </p:nvSpPr>
          <p:spPr>
            <a:xfrm>
              <a:off x="3672933" y="3028239"/>
              <a:ext cx="72284" cy="71708"/>
            </a:xfrm>
            <a:custGeom>
              <a:rect b="b" l="l" r="r" t="t"/>
              <a:pathLst>
                <a:path extrusionOk="0" h="3861" w="3892">
                  <a:moveTo>
                    <a:pt x="1946" y="0"/>
                  </a:moveTo>
                  <a:cubicBezTo>
                    <a:pt x="882" y="0"/>
                    <a:pt x="1" y="852"/>
                    <a:pt x="1" y="1915"/>
                  </a:cubicBezTo>
                  <a:cubicBezTo>
                    <a:pt x="1" y="2979"/>
                    <a:pt x="882" y="3861"/>
                    <a:pt x="1946" y="3861"/>
                  </a:cubicBezTo>
                  <a:cubicBezTo>
                    <a:pt x="3010" y="3861"/>
                    <a:pt x="3891" y="2979"/>
                    <a:pt x="3891" y="1915"/>
                  </a:cubicBezTo>
                  <a:cubicBezTo>
                    <a:pt x="3891" y="85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75"/>
            <p:cNvSpPr/>
            <p:nvPr/>
          </p:nvSpPr>
          <p:spPr>
            <a:xfrm>
              <a:off x="3518253" y="3028239"/>
              <a:ext cx="72266" cy="71708"/>
            </a:xfrm>
            <a:custGeom>
              <a:rect b="b" l="l" r="r" t="t"/>
              <a:pathLst>
                <a:path extrusionOk="0" h="3861" w="3891">
                  <a:moveTo>
                    <a:pt x="1946" y="0"/>
                  </a:moveTo>
                  <a:cubicBezTo>
                    <a:pt x="882" y="0"/>
                    <a:pt x="0" y="852"/>
                    <a:pt x="0" y="1915"/>
                  </a:cubicBezTo>
                  <a:cubicBezTo>
                    <a:pt x="0" y="2979"/>
                    <a:pt x="851" y="3830"/>
                    <a:pt x="1946" y="3861"/>
                  </a:cubicBezTo>
                  <a:cubicBezTo>
                    <a:pt x="3009" y="3861"/>
                    <a:pt x="3891" y="2979"/>
                    <a:pt x="3891" y="1915"/>
                  </a:cubicBezTo>
                  <a:cubicBezTo>
                    <a:pt x="3891" y="852"/>
                    <a:pt x="3009"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75"/>
            <p:cNvSpPr/>
            <p:nvPr/>
          </p:nvSpPr>
          <p:spPr>
            <a:xfrm>
              <a:off x="3364130" y="3028239"/>
              <a:ext cx="71708" cy="71708"/>
            </a:xfrm>
            <a:custGeom>
              <a:rect b="b" l="l" r="r" t="t"/>
              <a:pathLst>
                <a:path extrusionOk="0" h="3861" w="3861">
                  <a:moveTo>
                    <a:pt x="1915" y="0"/>
                  </a:moveTo>
                  <a:cubicBezTo>
                    <a:pt x="851" y="0"/>
                    <a:pt x="0" y="852"/>
                    <a:pt x="0" y="1915"/>
                  </a:cubicBezTo>
                  <a:cubicBezTo>
                    <a:pt x="0" y="2979"/>
                    <a:pt x="821" y="3830"/>
                    <a:pt x="1915" y="3861"/>
                  </a:cubicBezTo>
                  <a:cubicBezTo>
                    <a:pt x="2979" y="3861"/>
                    <a:pt x="3861" y="2979"/>
                    <a:pt x="3861" y="1915"/>
                  </a:cubicBezTo>
                  <a:cubicBezTo>
                    <a:pt x="3861" y="852"/>
                    <a:pt x="2979" y="0"/>
                    <a:pt x="19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75"/>
            <p:cNvSpPr/>
            <p:nvPr/>
          </p:nvSpPr>
          <p:spPr>
            <a:xfrm>
              <a:off x="3209432" y="3028239"/>
              <a:ext cx="71727" cy="71708"/>
            </a:xfrm>
            <a:custGeom>
              <a:rect b="b" l="l" r="r" t="t"/>
              <a:pathLst>
                <a:path extrusionOk="0" h="3861" w="3862">
                  <a:moveTo>
                    <a:pt x="1946" y="0"/>
                  </a:moveTo>
                  <a:cubicBezTo>
                    <a:pt x="882" y="0"/>
                    <a:pt x="1" y="852"/>
                    <a:pt x="1" y="1915"/>
                  </a:cubicBezTo>
                  <a:cubicBezTo>
                    <a:pt x="1" y="2979"/>
                    <a:pt x="822" y="3830"/>
                    <a:pt x="1946" y="3861"/>
                  </a:cubicBezTo>
                  <a:cubicBezTo>
                    <a:pt x="3010" y="3861"/>
                    <a:pt x="3861" y="2979"/>
                    <a:pt x="3861" y="1915"/>
                  </a:cubicBezTo>
                  <a:cubicBezTo>
                    <a:pt x="3861" y="85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75"/>
            <p:cNvSpPr/>
            <p:nvPr/>
          </p:nvSpPr>
          <p:spPr>
            <a:xfrm>
              <a:off x="3054752" y="3028239"/>
              <a:ext cx="72284" cy="71708"/>
            </a:xfrm>
            <a:custGeom>
              <a:rect b="b" l="l" r="r" t="t"/>
              <a:pathLst>
                <a:path extrusionOk="0" h="3861" w="3892">
                  <a:moveTo>
                    <a:pt x="1946" y="0"/>
                  </a:moveTo>
                  <a:cubicBezTo>
                    <a:pt x="882" y="0"/>
                    <a:pt x="0" y="852"/>
                    <a:pt x="0" y="1915"/>
                  </a:cubicBezTo>
                  <a:cubicBezTo>
                    <a:pt x="0" y="2979"/>
                    <a:pt x="821" y="3830"/>
                    <a:pt x="1946" y="3861"/>
                  </a:cubicBezTo>
                  <a:cubicBezTo>
                    <a:pt x="3010" y="3861"/>
                    <a:pt x="3891" y="2979"/>
                    <a:pt x="3891" y="1915"/>
                  </a:cubicBezTo>
                  <a:cubicBezTo>
                    <a:pt x="3891" y="85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75"/>
            <p:cNvSpPr/>
            <p:nvPr/>
          </p:nvSpPr>
          <p:spPr>
            <a:xfrm>
              <a:off x="2900054" y="3028239"/>
              <a:ext cx="72284" cy="71708"/>
            </a:xfrm>
            <a:custGeom>
              <a:rect b="b" l="l" r="r" t="t"/>
              <a:pathLst>
                <a:path extrusionOk="0" h="3861" w="3892">
                  <a:moveTo>
                    <a:pt x="1946" y="0"/>
                  </a:moveTo>
                  <a:cubicBezTo>
                    <a:pt x="882" y="0"/>
                    <a:pt x="1" y="852"/>
                    <a:pt x="1" y="1915"/>
                  </a:cubicBezTo>
                  <a:cubicBezTo>
                    <a:pt x="1" y="2979"/>
                    <a:pt x="852" y="3830"/>
                    <a:pt x="1946" y="3861"/>
                  </a:cubicBezTo>
                  <a:cubicBezTo>
                    <a:pt x="3010" y="3861"/>
                    <a:pt x="3892" y="2979"/>
                    <a:pt x="3892" y="1915"/>
                  </a:cubicBezTo>
                  <a:cubicBezTo>
                    <a:pt x="3892" y="85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75"/>
            <p:cNvSpPr/>
            <p:nvPr/>
          </p:nvSpPr>
          <p:spPr>
            <a:xfrm>
              <a:off x="2744817" y="3027682"/>
              <a:ext cx="72266" cy="72266"/>
            </a:xfrm>
            <a:custGeom>
              <a:rect b="b" l="l" r="r" t="t"/>
              <a:pathLst>
                <a:path extrusionOk="0" h="3891" w="3891">
                  <a:moveTo>
                    <a:pt x="1945" y="0"/>
                  </a:moveTo>
                  <a:cubicBezTo>
                    <a:pt x="882" y="0"/>
                    <a:pt x="0" y="882"/>
                    <a:pt x="0" y="1945"/>
                  </a:cubicBezTo>
                  <a:cubicBezTo>
                    <a:pt x="0" y="3009"/>
                    <a:pt x="882" y="3891"/>
                    <a:pt x="1945" y="3891"/>
                  </a:cubicBezTo>
                  <a:cubicBezTo>
                    <a:pt x="3009" y="3891"/>
                    <a:pt x="3891" y="3009"/>
                    <a:pt x="3891" y="1945"/>
                  </a:cubicBezTo>
                  <a:cubicBezTo>
                    <a:pt x="3891" y="882"/>
                    <a:pt x="3009" y="0"/>
                    <a:pt x="19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5"/>
            <p:cNvSpPr/>
            <p:nvPr/>
          </p:nvSpPr>
          <p:spPr>
            <a:xfrm>
              <a:off x="2590694" y="3027682"/>
              <a:ext cx="71708" cy="72266"/>
            </a:xfrm>
            <a:custGeom>
              <a:rect b="b" l="l" r="r" t="t"/>
              <a:pathLst>
                <a:path extrusionOk="0" h="3891" w="3861">
                  <a:moveTo>
                    <a:pt x="1915" y="0"/>
                  </a:moveTo>
                  <a:cubicBezTo>
                    <a:pt x="851" y="0"/>
                    <a:pt x="0" y="882"/>
                    <a:pt x="0" y="1945"/>
                  </a:cubicBezTo>
                  <a:cubicBezTo>
                    <a:pt x="0" y="3009"/>
                    <a:pt x="851" y="3891"/>
                    <a:pt x="1915" y="3891"/>
                  </a:cubicBezTo>
                  <a:cubicBezTo>
                    <a:pt x="2979" y="3891"/>
                    <a:pt x="3860" y="3009"/>
                    <a:pt x="3860" y="1945"/>
                  </a:cubicBezTo>
                  <a:cubicBezTo>
                    <a:pt x="3860" y="882"/>
                    <a:pt x="2979" y="0"/>
                    <a:pt x="19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75"/>
            <p:cNvSpPr/>
            <p:nvPr/>
          </p:nvSpPr>
          <p:spPr>
            <a:xfrm>
              <a:off x="2435996" y="3027682"/>
              <a:ext cx="71708" cy="72266"/>
            </a:xfrm>
            <a:custGeom>
              <a:rect b="b" l="l" r="r" t="t"/>
              <a:pathLst>
                <a:path extrusionOk="0" h="3891" w="3861">
                  <a:moveTo>
                    <a:pt x="1946" y="0"/>
                  </a:moveTo>
                  <a:cubicBezTo>
                    <a:pt x="852" y="0"/>
                    <a:pt x="1" y="882"/>
                    <a:pt x="1" y="1945"/>
                  </a:cubicBezTo>
                  <a:cubicBezTo>
                    <a:pt x="1" y="3009"/>
                    <a:pt x="852" y="3891"/>
                    <a:pt x="1946" y="3891"/>
                  </a:cubicBezTo>
                  <a:cubicBezTo>
                    <a:pt x="3010" y="3891"/>
                    <a:pt x="3861" y="3009"/>
                    <a:pt x="3861" y="1945"/>
                  </a:cubicBezTo>
                  <a:cubicBezTo>
                    <a:pt x="3861" y="882"/>
                    <a:pt x="3010"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75"/>
            <p:cNvSpPr/>
            <p:nvPr/>
          </p:nvSpPr>
          <p:spPr>
            <a:xfrm>
              <a:off x="2281316" y="3027682"/>
              <a:ext cx="71708" cy="72266"/>
            </a:xfrm>
            <a:custGeom>
              <a:rect b="b" l="l" r="r" t="t"/>
              <a:pathLst>
                <a:path extrusionOk="0" h="3891" w="3861">
                  <a:moveTo>
                    <a:pt x="1946" y="0"/>
                  </a:moveTo>
                  <a:cubicBezTo>
                    <a:pt x="882" y="0"/>
                    <a:pt x="0" y="882"/>
                    <a:pt x="0" y="1945"/>
                  </a:cubicBezTo>
                  <a:cubicBezTo>
                    <a:pt x="0" y="3009"/>
                    <a:pt x="882" y="3891"/>
                    <a:pt x="1946" y="3891"/>
                  </a:cubicBezTo>
                  <a:cubicBezTo>
                    <a:pt x="3009" y="3891"/>
                    <a:pt x="3861" y="3009"/>
                    <a:pt x="3861" y="1945"/>
                  </a:cubicBezTo>
                  <a:cubicBezTo>
                    <a:pt x="3861" y="882"/>
                    <a:pt x="3009"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 name="Google Shape;977;p75"/>
          <p:cNvSpPr/>
          <p:nvPr/>
        </p:nvSpPr>
        <p:spPr>
          <a:xfrm>
            <a:off x="2288652" y="3946767"/>
            <a:ext cx="4559679" cy="325167"/>
          </a:xfrm>
          <a:custGeom>
            <a:rect b="b" l="l" r="r" t="t"/>
            <a:pathLst>
              <a:path extrusionOk="0" h="17508" w="245507">
                <a:moveTo>
                  <a:pt x="11916" y="0"/>
                </a:moveTo>
                <a:lnTo>
                  <a:pt x="10244" y="1672"/>
                </a:lnTo>
                <a:lnTo>
                  <a:pt x="17204" y="8632"/>
                </a:lnTo>
                <a:lnTo>
                  <a:pt x="10061" y="15775"/>
                </a:lnTo>
                <a:lnTo>
                  <a:pt x="11733" y="17447"/>
                </a:lnTo>
                <a:lnTo>
                  <a:pt x="20548" y="8602"/>
                </a:lnTo>
                <a:lnTo>
                  <a:pt x="11916" y="0"/>
                </a:lnTo>
                <a:close/>
                <a:moveTo>
                  <a:pt x="21977" y="0"/>
                </a:moveTo>
                <a:lnTo>
                  <a:pt x="20305" y="1672"/>
                </a:lnTo>
                <a:lnTo>
                  <a:pt x="27265" y="8632"/>
                </a:lnTo>
                <a:lnTo>
                  <a:pt x="20122" y="15775"/>
                </a:lnTo>
                <a:lnTo>
                  <a:pt x="21794" y="17447"/>
                </a:lnTo>
                <a:lnTo>
                  <a:pt x="30609" y="8602"/>
                </a:lnTo>
                <a:lnTo>
                  <a:pt x="21977" y="0"/>
                </a:lnTo>
                <a:close/>
                <a:moveTo>
                  <a:pt x="42159" y="0"/>
                </a:moveTo>
                <a:lnTo>
                  <a:pt x="40488" y="1672"/>
                </a:lnTo>
                <a:lnTo>
                  <a:pt x="47448" y="8632"/>
                </a:lnTo>
                <a:lnTo>
                  <a:pt x="40305" y="15775"/>
                </a:lnTo>
                <a:lnTo>
                  <a:pt x="41977" y="17447"/>
                </a:lnTo>
                <a:lnTo>
                  <a:pt x="50792" y="8602"/>
                </a:lnTo>
                <a:lnTo>
                  <a:pt x="42159" y="0"/>
                </a:lnTo>
                <a:close/>
                <a:moveTo>
                  <a:pt x="52281" y="0"/>
                </a:moveTo>
                <a:lnTo>
                  <a:pt x="50609" y="1672"/>
                </a:lnTo>
                <a:lnTo>
                  <a:pt x="57540" y="8632"/>
                </a:lnTo>
                <a:lnTo>
                  <a:pt x="50397" y="15775"/>
                </a:lnTo>
                <a:lnTo>
                  <a:pt x="52068" y="17447"/>
                </a:lnTo>
                <a:lnTo>
                  <a:pt x="60883" y="8602"/>
                </a:lnTo>
                <a:lnTo>
                  <a:pt x="52281" y="0"/>
                </a:lnTo>
                <a:close/>
                <a:moveTo>
                  <a:pt x="62342" y="0"/>
                </a:moveTo>
                <a:lnTo>
                  <a:pt x="60670" y="1672"/>
                </a:lnTo>
                <a:lnTo>
                  <a:pt x="67631" y="8632"/>
                </a:lnTo>
                <a:lnTo>
                  <a:pt x="60488" y="15775"/>
                </a:lnTo>
                <a:lnTo>
                  <a:pt x="62160" y="17447"/>
                </a:lnTo>
                <a:lnTo>
                  <a:pt x="70974" y="8602"/>
                </a:lnTo>
                <a:lnTo>
                  <a:pt x="62342" y="0"/>
                </a:lnTo>
                <a:close/>
                <a:moveTo>
                  <a:pt x="84045" y="0"/>
                </a:moveTo>
                <a:lnTo>
                  <a:pt x="82373" y="1672"/>
                </a:lnTo>
                <a:lnTo>
                  <a:pt x="89303" y="8632"/>
                </a:lnTo>
                <a:lnTo>
                  <a:pt x="82160" y="15775"/>
                </a:lnTo>
                <a:lnTo>
                  <a:pt x="83832" y="17447"/>
                </a:lnTo>
                <a:lnTo>
                  <a:pt x="92647" y="8602"/>
                </a:lnTo>
                <a:lnTo>
                  <a:pt x="84045" y="0"/>
                </a:lnTo>
                <a:close/>
                <a:moveTo>
                  <a:pt x="94136" y="0"/>
                </a:moveTo>
                <a:lnTo>
                  <a:pt x="92464" y="1672"/>
                </a:lnTo>
                <a:lnTo>
                  <a:pt x="99425" y="8632"/>
                </a:lnTo>
                <a:lnTo>
                  <a:pt x="92282" y="15775"/>
                </a:lnTo>
                <a:lnTo>
                  <a:pt x="93954" y="17447"/>
                </a:lnTo>
                <a:lnTo>
                  <a:pt x="102768" y="8602"/>
                </a:lnTo>
                <a:lnTo>
                  <a:pt x="94136" y="0"/>
                </a:lnTo>
                <a:close/>
                <a:moveTo>
                  <a:pt x="104197" y="0"/>
                </a:moveTo>
                <a:lnTo>
                  <a:pt x="102525" y="1672"/>
                </a:lnTo>
                <a:lnTo>
                  <a:pt x="109486" y="8632"/>
                </a:lnTo>
                <a:lnTo>
                  <a:pt x="102343" y="15775"/>
                </a:lnTo>
                <a:lnTo>
                  <a:pt x="104015" y="17447"/>
                </a:lnTo>
                <a:lnTo>
                  <a:pt x="112829" y="8602"/>
                </a:lnTo>
                <a:lnTo>
                  <a:pt x="104197" y="0"/>
                </a:lnTo>
                <a:close/>
                <a:moveTo>
                  <a:pt x="114319" y="0"/>
                </a:moveTo>
                <a:lnTo>
                  <a:pt x="112647" y="1672"/>
                </a:lnTo>
                <a:lnTo>
                  <a:pt x="119608" y="8632"/>
                </a:lnTo>
                <a:lnTo>
                  <a:pt x="112465" y="15775"/>
                </a:lnTo>
                <a:lnTo>
                  <a:pt x="114136" y="17447"/>
                </a:lnTo>
                <a:lnTo>
                  <a:pt x="122951" y="8602"/>
                </a:lnTo>
                <a:lnTo>
                  <a:pt x="114319" y="0"/>
                </a:lnTo>
                <a:close/>
                <a:moveTo>
                  <a:pt x="124380" y="0"/>
                </a:moveTo>
                <a:lnTo>
                  <a:pt x="122708" y="1672"/>
                </a:lnTo>
                <a:lnTo>
                  <a:pt x="129669" y="8632"/>
                </a:lnTo>
                <a:lnTo>
                  <a:pt x="122526" y="15775"/>
                </a:lnTo>
                <a:lnTo>
                  <a:pt x="124197" y="17447"/>
                </a:lnTo>
                <a:lnTo>
                  <a:pt x="133012" y="8602"/>
                </a:lnTo>
                <a:lnTo>
                  <a:pt x="124380" y="0"/>
                </a:lnTo>
                <a:close/>
                <a:moveTo>
                  <a:pt x="134501" y="0"/>
                </a:moveTo>
                <a:lnTo>
                  <a:pt x="132830" y="1672"/>
                </a:lnTo>
                <a:lnTo>
                  <a:pt x="139760" y="8632"/>
                </a:lnTo>
                <a:lnTo>
                  <a:pt x="132617" y="15775"/>
                </a:lnTo>
                <a:lnTo>
                  <a:pt x="134289" y="17447"/>
                </a:lnTo>
                <a:lnTo>
                  <a:pt x="143103" y="8602"/>
                </a:lnTo>
                <a:lnTo>
                  <a:pt x="134501" y="0"/>
                </a:lnTo>
                <a:close/>
                <a:moveTo>
                  <a:pt x="166265" y="0"/>
                </a:moveTo>
                <a:lnTo>
                  <a:pt x="164593" y="1672"/>
                </a:lnTo>
                <a:lnTo>
                  <a:pt x="171523" y="8632"/>
                </a:lnTo>
                <a:lnTo>
                  <a:pt x="164380" y="15775"/>
                </a:lnTo>
                <a:lnTo>
                  <a:pt x="166052" y="17447"/>
                </a:lnTo>
                <a:lnTo>
                  <a:pt x="174867" y="8602"/>
                </a:lnTo>
                <a:lnTo>
                  <a:pt x="166265" y="0"/>
                </a:lnTo>
                <a:close/>
                <a:moveTo>
                  <a:pt x="176356" y="0"/>
                </a:moveTo>
                <a:lnTo>
                  <a:pt x="174685" y="1672"/>
                </a:lnTo>
                <a:lnTo>
                  <a:pt x="181645" y="8632"/>
                </a:lnTo>
                <a:lnTo>
                  <a:pt x="174502" y="15775"/>
                </a:lnTo>
                <a:lnTo>
                  <a:pt x="176174" y="17447"/>
                </a:lnTo>
                <a:lnTo>
                  <a:pt x="184989" y="8602"/>
                </a:lnTo>
                <a:lnTo>
                  <a:pt x="176356" y="0"/>
                </a:lnTo>
                <a:close/>
                <a:moveTo>
                  <a:pt x="186417" y="0"/>
                </a:moveTo>
                <a:lnTo>
                  <a:pt x="184746" y="1672"/>
                </a:lnTo>
                <a:lnTo>
                  <a:pt x="191706" y="8632"/>
                </a:lnTo>
                <a:lnTo>
                  <a:pt x="184563" y="15775"/>
                </a:lnTo>
                <a:lnTo>
                  <a:pt x="186235" y="17447"/>
                </a:lnTo>
                <a:lnTo>
                  <a:pt x="195050" y="8602"/>
                </a:lnTo>
                <a:lnTo>
                  <a:pt x="186417" y="0"/>
                </a:lnTo>
                <a:close/>
                <a:moveTo>
                  <a:pt x="196539" y="0"/>
                </a:moveTo>
                <a:lnTo>
                  <a:pt x="194867" y="1672"/>
                </a:lnTo>
                <a:lnTo>
                  <a:pt x="201828" y="8632"/>
                </a:lnTo>
                <a:lnTo>
                  <a:pt x="194685" y="15775"/>
                </a:lnTo>
                <a:lnTo>
                  <a:pt x="196357" y="17447"/>
                </a:lnTo>
                <a:lnTo>
                  <a:pt x="205171" y="8602"/>
                </a:lnTo>
                <a:lnTo>
                  <a:pt x="196539" y="0"/>
                </a:lnTo>
                <a:close/>
                <a:moveTo>
                  <a:pt x="206600" y="0"/>
                </a:moveTo>
                <a:lnTo>
                  <a:pt x="204928" y="1672"/>
                </a:lnTo>
                <a:lnTo>
                  <a:pt x="211889" y="8632"/>
                </a:lnTo>
                <a:lnTo>
                  <a:pt x="204746" y="15775"/>
                </a:lnTo>
                <a:lnTo>
                  <a:pt x="206418" y="17447"/>
                </a:lnTo>
                <a:lnTo>
                  <a:pt x="215232" y="8602"/>
                </a:lnTo>
                <a:lnTo>
                  <a:pt x="206600" y="0"/>
                </a:lnTo>
                <a:close/>
                <a:moveTo>
                  <a:pt x="216691" y="0"/>
                </a:moveTo>
                <a:lnTo>
                  <a:pt x="215050" y="1672"/>
                </a:lnTo>
                <a:lnTo>
                  <a:pt x="221980" y="8632"/>
                </a:lnTo>
                <a:lnTo>
                  <a:pt x="214837" y="15775"/>
                </a:lnTo>
                <a:lnTo>
                  <a:pt x="216509" y="17447"/>
                </a:lnTo>
                <a:lnTo>
                  <a:pt x="225324" y="8602"/>
                </a:lnTo>
                <a:lnTo>
                  <a:pt x="216691" y="0"/>
                </a:lnTo>
                <a:close/>
                <a:moveTo>
                  <a:pt x="226813" y="0"/>
                </a:moveTo>
                <a:lnTo>
                  <a:pt x="225141" y="1672"/>
                </a:lnTo>
                <a:lnTo>
                  <a:pt x="232102" y="8632"/>
                </a:lnTo>
                <a:lnTo>
                  <a:pt x="224959" y="15775"/>
                </a:lnTo>
                <a:lnTo>
                  <a:pt x="226631" y="17447"/>
                </a:lnTo>
                <a:lnTo>
                  <a:pt x="235446" y="8602"/>
                </a:lnTo>
                <a:lnTo>
                  <a:pt x="226813" y="0"/>
                </a:lnTo>
                <a:close/>
                <a:moveTo>
                  <a:pt x="32098" y="0"/>
                </a:moveTo>
                <a:lnTo>
                  <a:pt x="30427" y="1672"/>
                </a:lnTo>
                <a:lnTo>
                  <a:pt x="37387" y="8632"/>
                </a:lnTo>
                <a:lnTo>
                  <a:pt x="30244" y="15806"/>
                </a:lnTo>
                <a:lnTo>
                  <a:pt x="31916" y="17478"/>
                </a:lnTo>
                <a:lnTo>
                  <a:pt x="40731" y="8632"/>
                </a:lnTo>
                <a:lnTo>
                  <a:pt x="32098" y="0"/>
                </a:lnTo>
                <a:close/>
                <a:moveTo>
                  <a:pt x="72433" y="0"/>
                </a:moveTo>
                <a:lnTo>
                  <a:pt x="70762" y="1702"/>
                </a:lnTo>
                <a:lnTo>
                  <a:pt x="77722" y="8663"/>
                </a:lnTo>
                <a:lnTo>
                  <a:pt x="70579" y="15806"/>
                </a:lnTo>
                <a:lnTo>
                  <a:pt x="72251" y="17478"/>
                </a:lnTo>
                <a:lnTo>
                  <a:pt x="81066" y="8632"/>
                </a:lnTo>
                <a:lnTo>
                  <a:pt x="72433" y="0"/>
                </a:lnTo>
                <a:close/>
                <a:moveTo>
                  <a:pt x="144562" y="0"/>
                </a:moveTo>
                <a:lnTo>
                  <a:pt x="142891" y="1672"/>
                </a:lnTo>
                <a:lnTo>
                  <a:pt x="149851" y="8632"/>
                </a:lnTo>
                <a:lnTo>
                  <a:pt x="142708" y="15806"/>
                </a:lnTo>
                <a:lnTo>
                  <a:pt x="144380" y="17478"/>
                </a:lnTo>
                <a:lnTo>
                  <a:pt x="153195" y="8632"/>
                </a:lnTo>
                <a:lnTo>
                  <a:pt x="144562" y="0"/>
                </a:lnTo>
                <a:close/>
                <a:moveTo>
                  <a:pt x="154654" y="0"/>
                </a:moveTo>
                <a:lnTo>
                  <a:pt x="152982" y="1702"/>
                </a:lnTo>
                <a:lnTo>
                  <a:pt x="159943" y="8663"/>
                </a:lnTo>
                <a:lnTo>
                  <a:pt x="152800" y="15806"/>
                </a:lnTo>
                <a:lnTo>
                  <a:pt x="154471" y="17478"/>
                </a:lnTo>
                <a:lnTo>
                  <a:pt x="163286" y="8632"/>
                </a:lnTo>
                <a:lnTo>
                  <a:pt x="154654" y="0"/>
                </a:lnTo>
                <a:close/>
                <a:moveTo>
                  <a:pt x="236874" y="0"/>
                </a:moveTo>
                <a:lnTo>
                  <a:pt x="235202" y="1672"/>
                </a:lnTo>
                <a:lnTo>
                  <a:pt x="242163" y="8632"/>
                </a:lnTo>
                <a:lnTo>
                  <a:pt x="235020" y="15806"/>
                </a:lnTo>
                <a:lnTo>
                  <a:pt x="236692" y="17478"/>
                </a:lnTo>
                <a:lnTo>
                  <a:pt x="245507" y="8632"/>
                </a:lnTo>
                <a:lnTo>
                  <a:pt x="236874" y="0"/>
                </a:lnTo>
                <a:close/>
                <a:moveTo>
                  <a:pt x="1855" y="91"/>
                </a:moveTo>
                <a:lnTo>
                  <a:pt x="183" y="1763"/>
                </a:lnTo>
                <a:lnTo>
                  <a:pt x="7143" y="8693"/>
                </a:lnTo>
                <a:lnTo>
                  <a:pt x="0" y="15836"/>
                </a:lnTo>
                <a:lnTo>
                  <a:pt x="1672" y="17508"/>
                </a:lnTo>
                <a:lnTo>
                  <a:pt x="10487" y="8663"/>
                </a:lnTo>
                <a:lnTo>
                  <a:pt x="1855" y="9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 name="Google Shape;978;p75"/>
          <p:cNvGrpSpPr/>
          <p:nvPr/>
        </p:nvGrpSpPr>
        <p:grpSpPr>
          <a:xfrm>
            <a:off x="2255350" y="2502650"/>
            <a:ext cx="4633278" cy="328567"/>
            <a:chOff x="2255350" y="2502650"/>
            <a:chExt cx="4633278" cy="328567"/>
          </a:xfrm>
        </p:grpSpPr>
        <p:sp>
          <p:nvSpPr>
            <p:cNvPr id="979" name="Google Shape;979;p75"/>
            <p:cNvSpPr/>
            <p:nvPr/>
          </p:nvSpPr>
          <p:spPr>
            <a:xfrm>
              <a:off x="6471991" y="2523526"/>
              <a:ext cx="416637" cy="307691"/>
            </a:xfrm>
            <a:custGeom>
              <a:rect b="b" l="l" r="r" t="t"/>
              <a:pathLst>
                <a:path extrusionOk="0" h="16567" w="22433">
                  <a:moveTo>
                    <a:pt x="1" y="1"/>
                  </a:moveTo>
                  <a:lnTo>
                    <a:pt x="11186" y="16566"/>
                  </a:lnTo>
                  <a:lnTo>
                    <a:pt x="224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75"/>
            <p:cNvSpPr/>
            <p:nvPr/>
          </p:nvSpPr>
          <p:spPr>
            <a:xfrm>
              <a:off x="2255350" y="2502650"/>
              <a:ext cx="4625723" cy="29363"/>
            </a:xfrm>
            <a:custGeom>
              <a:rect b="b" l="l" r="r" t="t"/>
              <a:pathLst>
                <a:path extrusionOk="0" h="1581" w="249063">
                  <a:moveTo>
                    <a:pt x="0" y="0"/>
                  </a:moveTo>
                  <a:lnTo>
                    <a:pt x="0" y="1581"/>
                  </a:lnTo>
                  <a:lnTo>
                    <a:pt x="249062" y="1581"/>
                  </a:lnTo>
                  <a:lnTo>
                    <a:pt x="2490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4" name="Shape 984"/>
        <p:cNvGrpSpPr/>
        <p:nvPr/>
      </p:nvGrpSpPr>
      <p:grpSpPr>
        <a:xfrm>
          <a:off x="0" y="0"/>
          <a:ext cx="0" cy="0"/>
          <a:chOff x="0" y="0"/>
          <a:chExt cx="0" cy="0"/>
        </a:xfrm>
      </p:grpSpPr>
      <p:sp>
        <p:nvSpPr>
          <p:cNvPr id="985" name="Google Shape;985;p7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986" name="Google Shape;986;p76"/>
          <p:cNvSpPr txBox="1"/>
          <p:nvPr>
            <p:ph idx="1" type="body"/>
          </p:nvPr>
        </p:nvSpPr>
        <p:spPr>
          <a:xfrm>
            <a:off x="720000" y="1152475"/>
            <a:ext cx="7704000" cy="191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for free at our other websites:</a:t>
            </a:r>
            <a:endParaRPr/>
          </a:p>
          <a:p>
            <a:pPr indent="0" lvl="0" marL="0" rtl="0" algn="l">
              <a:spcBef>
                <a:spcPts val="1000"/>
              </a:spcBef>
              <a:spcAft>
                <a:spcPts val="0"/>
              </a:spcAft>
              <a:buNone/>
            </a:pPr>
            <a:r>
              <a:rPr b="1" lang="en"/>
              <a:t>Photos</a:t>
            </a:r>
            <a:endParaRPr b="1"/>
          </a:p>
          <a:p>
            <a:pPr indent="-304800" lvl="0" marL="457200" rtl="0" algn="l">
              <a:spcBef>
                <a:spcPts val="0"/>
              </a:spcBef>
              <a:spcAft>
                <a:spcPts val="0"/>
              </a:spcAft>
              <a:buSzPts val="1200"/>
              <a:buChar char="●"/>
            </a:pPr>
            <a:r>
              <a:rPr lang="en" u="sng">
                <a:solidFill>
                  <a:schemeClr val="hlink"/>
                </a:solidFill>
                <a:hlinkClick r:id="rId3"/>
              </a:rPr>
              <a:t>B</a:t>
            </a:r>
            <a:r>
              <a:rPr lang="en" u="sng">
                <a:solidFill>
                  <a:schemeClr val="hlink"/>
                </a:solidFill>
                <a:hlinkClick r:id="rId4"/>
              </a:rPr>
              <a:t>usiness owner working on their strategy</a:t>
            </a:r>
            <a:endParaRPr/>
          </a:p>
          <a:p>
            <a:pPr indent="-304800" lvl="0" marL="457200" rtl="0" algn="l">
              <a:spcBef>
                <a:spcPts val="0"/>
              </a:spcBef>
              <a:spcAft>
                <a:spcPts val="0"/>
              </a:spcAft>
              <a:buSzPts val="1200"/>
              <a:buChar char="●"/>
            </a:pPr>
            <a:r>
              <a:rPr lang="en" u="sng">
                <a:solidFill>
                  <a:schemeClr val="hlink"/>
                </a:solidFill>
                <a:hlinkClick r:id="rId5"/>
              </a:rPr>
              <a:t>Top view people working with laptops</a:t>
            </a:r>
            <a:endParaRPr/>
          </a:p>
          <a:p>
            <a:pPr indent="-304800" lvl="0" marL="457200" rtl="0" algn="l">
              <a:spcBef>
                <a:spcPts val="0"/>
              </a:spcBef>
              <a:spcAft>
                <a:spcPts val="0"/>
              </a:spcAft>
              <a:buSzPts val="1200"/>
              <a:buChar char="●"/>
            </a:pPr>
            <a:r>
              <a:rPr lang="en" u="sng">
                <a:solidFill>
                  <a:schemeClr val="hlink"/>
                </a:solidFill>
                <a:hlinkClick r:id="rId6"/>
              </a:rPr>
              <a:t>Male and female colleagues standing by window and looking at business graphs</a:t>
            </a:r>
            <a:endParaRPr/>
          </a:p>
          <a:p>
            <a:pPr indent="-304800" lvl="0" marL="457200" rtl="0" algn="l">
              <a:spcBef>
                <a:spcPts val="0"/>
              </a:spcBef>
              <a:spcAft>
                <a:spcPts val="0"/>
              </a:spcAft>
              <a:buSzPts val="1200"/>
              <a:buChar char="●"/>
            </a:pPr>
            <a:r>
              <a:rPr lang="en" u="sng">
                <a:solidFill>
                  <a:schemeClr val="hlink"/>
                </a:solidFill>
                <a:hlinkClick r:id="rId7"/>
              </a:rPr>
              <a:t>Corporate employee posing at the office</a:t>
            </a:r>
            <a:endParaRPr/>
          </a:p>
          <a:p>
            <a:pPr indent="-304800" lvl="0" marL="457200" rtl="0" algn="l">
              <a:spcBef>
                <a:spcPts val="0"/>
              </a:spcBef>
              <a:spcAft>
                <a:spcPts val="0"/>
              </a:spcAft>
              <a:buSzPts val="1200"/>
              <a:buChar char="●"/>
            </a:pPr>
            <a:r>
              <a:rPr lang="en" u="sng">
                <a:solidFill>
                  <a:schemeClr val="hlink"/>
                </a:solidFill>
                <a:hlinkClick r:id="rId8"/>
              </a:rPr>
              <a:t>Smiley man holding project documents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0" name="Shape 990"/>
        <p:cNvGrpSpPr/>
        <p:nvPr/>
      </p:nvGrpSpPr>
      <p:grpSpPr>
        <a:xfrm>
          <a:off x="0" y="0"/>
          <a:ext cx="0" cy="0"/>
          <a:chOff x="0" y="0"/>
          <a:chExt cx="0" cy="0"/>
        </a:xfrm>
      </p:grpSpPr>
      <p:sp>
        <p:nvSpPr>
          <p:cNvPr id="991" name="Google Shape;991;p7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992" name="Google Shape;992;p77"/>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6" name="Shape 996"/>
        <p:cNvGrpSpPr/>
        <p:nvPr/>
      </p:nvGrpSpPr>
      <p:grpSpPr>
        <a:xfrm>
          <a:off x="0" y="0"/>
          <a:ext cx="0" cy="0"/>
          <a:chOff x="0" y="0"/>
          <a:chExt cx="0" cy="0"/>
        </a:xfrm>
      </p:grpSpPr>
      <p:sp>
        <p:nvSpPr>
          <p:cNvPr id="997" name="Google Shape;997;p7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998" name="Google Shape;998;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2" name="Shape 1002"/>
        <p:cNvGrpSpPr/>
        <p:nvPr/>
      </p:nvGrpSpPr>
      <p:grpSpPr>
        <a:xfrm>
          <a:off x="0" y="0"/>
          <a:ext cx="0" cy="0"/>
          <a:chOff x="0" y="0"/>
          <a:chExt cx="0" cy="0"/>
        </a:xfrm>
      </p:grpSpPr>
      <p:sp>
        <p:nvSpPr>
          <p:cNvPr id="1003" name="Google Shape;1003;p79"/>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Noto Serif Ethiopic</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https://fonts.google.com/noto/specimen/Noto+Serif+Ethiopic</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Akatab</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https://fonts.google.com/specimen/Akatab</a:t>
            </a:r>
            <a:r>
              <a:rPr lang="en" sz="1100">
                <a:solidFill>
                  <a:schemeClr val="lt1"/>
                </a:solidFill>
              </a:rPr>
              <a:t>)</a:t>
            </a:r>
            <a:endParaRPr sz="1100">
              <a:solidFill>
                <a:schemeClr val="lt1"/>
              </a:solidFill>
            </a:endParaRPr>
          </a:p>
        </p:txBody>
      </p:sp>
      <p:sp>
        <p:nvSpPr>
          <p:cNvPr id="1004" name="Google Shape;1004;p7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005" name="Google Shape;1005;p79"/>
          <p:cNvSpPr/>
          <p:nvPr/>
        </p:nvSpPr>
        <p:spPr>
          <a:xfrm>
            <a:off x="3114475" y="2795400"/>
            <a:ext cx="791400" cy="754200"/>
          </a:xfrm>
          <a:prstGeom prst="roundRect">
            <a:avLst>
              <a:gd fmla="val 16667" name="adj"/>
            </a:avLst>
          </a:prstGeom>
          <a:solidFill>
            <a:srgbClr val="58684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9"/>
          <p:cNvSpPr/>
          <p:nvPr/>
        </p:nvSpPr>
        <p:spPr>
          <a:xfrm>
            <a:off x="4176295" y="2795400"/>
            <a:ext cx="791400" cy="754200"/>
          </a:xfrm>
          <a:prstGeom prst="roundRect">
            <a:avLst>
              <a:gd fmla="val 16667" name="adj"/>
            </a:avLst>
          </a:prstGeom>
          <a:solidFill>
            <a:srgbClr val="FCFCF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79"/>
          <p:cNvSpPr/>
          <p:nvPr/>
        </p:nvSpPr>
        <p:spPr>
          <a:xfrm>
            <a:off x="5238114" y="2795400"/>
            <a:ext cx="791400" cy="754200"/>
          </a:xfrm>
          <a:prstGeom prst="roundRect">
            <a:avLst>
              <a:gd fmla="val 16667" name="adj"/>
            </a:avLst>
          </a:prstGeom>
          <a:solidFill>
            <a:srgbClr val="F3EC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79"/>
          <p:cNvSpPr txBox="1"/>
          <p:nvPr/>
        </p:nvSpPr>
        <p:spPr>
          <a:xfrm>
            <a:off x="3114475" y="2952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#586847</a:t>
            </a:r>
            <a:endParaRPr sz="1000">
              <a:solidFill>
                <a:srgbClr val="FFFFFF"/>
              </a:solidFill>
            </a:endParaRPr>
          </a:p>
        </p:txBody>
      </p:sp>
      <p:sp>
        <p:nvSpPr>
          <p:cNvPr id="1009" name="Google Shape;1009;p79"/>
          <p:cNvSpPr txBox="1"/>
          <p:nvPr/>
        </p:nvSpPr>
        <p:spPr>
          <a:xfrm>
            <a:off x="4176300" y="2952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#fcfcfc</a:t>
            </a:r>
            <a:endParaRPr sz="1000">
              <a:solidFill>
                <a:schemeClr val="dk1"/>
              </a:solidFill>
            </a:endParaRPr>
          </a:p>
        </p:txBody>
      </p:sp>
      <p:sp>
        <p:nvSpPr>
          <p:cNvPr id="1010" name="Google Shape;1010;p79"/>
          <p:cNvSpPr txBox="1"/>
          <p:nvPr/>
        </p:nvSpPr>
        <p:spPr>
          <a:xfrm>
            <a:off x="5238125" y="2952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#f3ece6</a:t>
            </a:r>
            <a:endParaRPr sz="1000"/>
          </a:p>
        </p:txBody>
      </p:sp>
      <p:sp>
        <p:nvSpPr>
          <p:cNvPr id="1011" name="Google Shape;1011;p79"/>
          <p:cNvSpPr/>
          <p:nvPr/>
        </p:nvSpPr>
        <p:spPr>
          <a:xfrm>
            <a:off x="3114475" y="3726500"/>
            <a:ext cx="791400" cy="754200"/>
          </a:xfrm>
          <a:prstGeom prst="roundRect">
            <a:avLst>
              <a:gd fmla="val 16667" name="adj"/>
            </a:avLst>
          </a:prstGeom>
          <a:solidFill>
            <a:srgbClr val="B4ACA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79"/>
          <p:cNvSpPr txBox="1"/>
          <p:nvPr/>
        </p:nvSpPr>
        <p:spPr>
          <a:xfrm>
            <a:off x="3114475" y="38835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#b4aca2</a:t>
            </a:r>
            <a:endParaRPr sz="1000">
              <a:solidFill>
                <a:srgbClr val="FFFFFF"/>
              </a:solidFill>
            </a:endParaRPr>
          </a:p>
        </p:txBody>
      </p:sp>
      <p:sp>
        <p:nvSpPr>
          <p:cNvPr id="1013" name="Google Shape;1013;p79"/>
          <p:cNvSpPr/>
          <p:nvPr/>
        </p:nvSpPr>
        <p:spPr>
          <a:xfrm>
            <a:off x="5238125" y="3726500"/>
            <a:ext cx="791400" cy="754200"/>
          </a:xfrm>
          <a:prstGeom prst="roundRect">
            <a:avLst>
              <a:gd fmla="val 16667" name="adj"/>
            </a:avLst>
          </a:prstGeom>
          <a:solidFill>
            <a:srgbClr val="303A2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79"/>
          <p:cNvSpPr txBox="1"/>
          <p:nvPr/>
        </p:nvSpPr>
        <p:spPr>
          <a:xfrm>
            <a:off x="5238125" y="38835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#303a24</a:t>
            </a:r>
            <a:endParaRPr sz="1000">
              <a:solidFill>
                <a:srgbClr val="FFFFFF"/>
              </a:solidFill>
            </a:endParaRPr>
          </a:p>
        </p:txBody>
      </p:sp>
      <p:sp>
        <p:nvSpPr>
          <p:cNvPr id="1015" name="Google Shape;1015;p79"/>
          <p:cNvSpPr/>
          <p:nvPr/>
        </p:nvSpPr>
        <p:spPr>
          <a:xfrm>
            <a:off x="4176300" y="3726500"/>
            <a:ext cx="791400" cy="754200"/>
          </a:xfrm>
          <a:prstGeom prst="roundRect">
            <a:avLst>
              <a:gd fmla="val 16667" name="adj"/>
            </a:avLst>
          </a:prstGeom>
          <a:solidFill>
            <a:srgbClr val="4757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79"/>
          <p:cNvSpPr txBox="1"/>
          <p:nvPr/>
        </p:nvSpPr>
        <p:spPr>
          <a:xfrm>
            <a:off x="4176300" y="38835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#475735</a:t>
            </a:r>
            <a:endParaRPr sz="10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0" name="Shape 1020"/>
        <p:cNvGrpSpPr/>
        <p:nvPr/>
      </p:nvGrpSpPr>
      <p:grpSpPr>
        <a:xfrm>
          <a:off x="0" y="0"/>
          <a:ext cx="0" cy="0"/>
          <a:chOff x="0" y="0"/>
          <a:chExt cx="0" cy="0"/>
        </a:xfrm>
      </p:grpSpPr>
      <p:sp>
        <p:nvSpPr>
          <p:cNvPr id="1021" name="Google Shape;1021;p80"/>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022" name="Google Shape;1022;p8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023" name="Google Shape;1023;p80"/>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1024" name="Google Shape;1024;p80">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025" name="Google Shape;1025;p80">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026" name="Google Shape;1026;p80">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027" name="Google Shape;1027;p80">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028" name="Google Shape;1028;p80"/>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29" name="Google Shape;1029;p80"/>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1030" name="Google Shape;1030;p80"/>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1031" name="Google Shape;1031;p80"/>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32" name="Google Shape;1032;p80">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6" name="Shape 1036"/>
        <p:cNvGrpSpPr/>
        <p:nvPr/>
      </p:nvGrpSpPr>
      <p:grpSpPr>
        <a:xfrm>
          <a:off x="0" y="0"/>
          <a:ext cx="0" cy="0"/>
          <a:chOff x="0" y="0"/>
          <a:chExt cx="0" cy="0"/>
        </a:xfrm>
      </p:grpSpPr>
      <p:sp>
        <p:nvSpPr>
          <p:cNvPr id="1037" name="Google Shape;1037;p81"/>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038" name="Google Shape;1038;p81"/>
          <p:cNvGrpSpPr/>
          <p:nvPr/>
        </p:nvGrpSpPr>
        <p:grpSpPr>
          <a:xfrm>
            <a:off x="5117640" y="3085736"/>
            <a:ext cx="474294" cy="551291"/>
            <a:chOff x="4727025" y="1332775"/>
            <a:chExt cx="59900" cy="69625"/>
          </a:xfrm>
        </p:grpSpPr>
        <p:sp>
          <p:nvSpPr>
            <p:cNvPr id="1039" name="Google Shape;1039;p8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8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81"/>
          <p:cNvGrpSpPr/>
          <p:nvPr/>
        </p:nvGrpSpPr>
        <p:grpSpPr>
          <a:xfrm>
            <a:off x="5731296" y="2314340"/>
            <a:ext cx="555653" cy="557031"/>
            <a:chOff x="4820425" y="1329900"/>
            <a:chExt cx="70175" cy="70350"/>
          </a:xfrm>
        </p:grpSpPr>
        <p:sp>
          <p:nvSpPr>
            <p:cNvPr id="1042" name="Google Shape;1042;p8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8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8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8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 name="Google Shape;1046;p81"/>
          <p:cNvGrpSpPr/>
          <p:nvPr/>
        </p:nvGrpSpPr>
        <p:grpSpPr>
          <a:xfrm>
            <a:off x="6357664" y="2318845"/>
            <a:ext cx="582574" cy="533871"/>
            <a:chOff x="4903200" y="1331525"/>
            <a:chExt cx="73575" cy="67425"/>
          </a:xfrm>
        </p:grpSpPr>
        <p:sp>
          <p:nvSpPr>
            <p:cNvPr id="1047" name="Google Shape;1047;p8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8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 name="Google Shape;1049;p81"/>
          <p:cNvGrpSpPr/>
          <p:nvPr/>
        </p:nvGrpSpPr>
        <p:grpSpPr>
          <a:xfrm>
            <a:off x="5717142" y="3078709"/>
            <a:ext cx="583960" cy="565345"/>
            <a:chOff x="4815575" y="1416800"/>
            <a:chExt cx="73750" cy="71400"/>
          </a:xfrm>
        </p:grpSpPr>
        <p:sp>
          <p:nvSpPr>
            <p:cNvPr id="1050" name="Google Shape;1050;p8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8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8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 name="Google Shape;1053;p81"/>
          <p:cNvGrpSpPr/>
          <p:nvPr/>
        </p:nvGrpSpPr>
        <p:grpSpPr>
          <a:xfrm>
            <a:off x="6351924" y="3108896"/>
            <a:ext cx="589898" cy="504970"/>
            <a:chOff x="4902475" y="1418875"/>
            <a:chExt cx="74500" cy="63775"/>
          </a:xfrm>
        </p:grpSpPr>
        <p:sp>
          <p:nvSpPr>
            <p:cNvPr id="1054" name="Google Shape;1054;p8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8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81"/>
          <p:cNvGrpSpPr/>
          <p:nvPr/>
        </p:nvGrpSpPr>
        <p:grpSpPr>
          <a:xfrm>
            <a:off x="5727139" y="3826000"/>
            <a:ext cx="563967" cy="567127"/>
            <a:chOff x="4818100" y="1507675"/>
            <a:chExt cx="71225" cy="71625"/>
          </a:xfrm>
        </p:grpSpPr>
        <p:sp>
          <p:nvSpPr>
            <p:cNvPr id="1057" name="Google Shape;1057;p8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8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8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8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81"/>
          <p:cNvGrpSpPr/>
          <p:nvPr/>
        </p:nvGrpSpPr>
        <p:grpSpPr>
          <a:xfrm>
            <a:off x="5040636" y="3829461"/>
            <a:ext cx="628301" cy="588505"/>
            <a:chOff x="4721450" y="1509475"/>
            <a:chExt cx="79350" cy="74325"/>
          </a:xfrm>
        </p:grpSpPr>
        <p:sp>
          <p:nvSpPr>
            <p:cNvPr id="1062" name="Google Shape;1062;p8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8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8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8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 name="Google Shape;1066;p81"/>
          <p:cNvGrpSpPr/>
          <p:nvPr/>
        </p:nvGrpSpPr>
        <p:grpSpPr>
          <a:xfrm>
            <a:off x="6386170" y="3814027"/>
            <a:ext cx="557038" cy="562772"/>
            <a:chOff x="4906800" y="1507500"/>
            <a:chExt cx="70350" cy="71075"/>
          </a:xfrm>
        </p:grpSpPr>
        <p:sp>
          <p:nvSpPr>
            <p:cNvPr id="1067" name="Google Shape;1067;p8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8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8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8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8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81"/>
          <p:cNvGrpSpPr/>
          <p:nvPr/>
        </p:nvGrpSpPr>
        <p:grpSpPr>
          <a:xfrm>
            <a:off x="4423778" y="2340963"/>
            <a:ext cx="517934" cy="517934"/>
            <a:chOff x="3736598" y="2170606"/>
            <a:chExt cx="404889" cy="404889"/>
          </a:xfrm>
        </p:grpSpPr>
        <p:sp>
          <p:nvSpPr>
            <p:cNvPr id="1073" name="Google Shape;1073;p8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8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8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8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81"/>
          <p:cNvGrpSpPr/>
          <p:nvPr/>
        </p:nvGrpSpPr>
        <p:grpSpPr>
          <a:xfrm>
            <a:off x="3690839" y="2341061"/>
            <a:ext cx="586986" cy="517740"/>
            <a:chOff x="3161917" y="2170682"/>
            <a:chExt cx="458870" cy="404737"/>
          </a:xfrm>
        </p:grpSpPr>
        <p:sp>
          <p:nvSpPr>
            <p:cNvPr id="1078" name="Google Shape;1078;p8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8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8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81"/>
          <p:cNvGrpSpPr/>
          <p:nvPr/>
        </p:nvGrpSpPr>
        <p:grpSpPr>
          <a:xfrm>
            <a:off x="3713860" y="3102400"/>
            <a:ext cx="540943" cy="517963"/>
            <a:chOff x="3179914" y="2889488"/>
            <a:chExt cx="422876" cy="404911"/>
          </a:xfrm>
        </p:grpSpPr>
        <p:sp>
          <p:nvSpPr>
            <p:cNvPr id="1082" name="Google Shape;1082;p8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8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8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8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8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8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81"/>
          <p:cNvGrpSpPr/>
          <p:nvPr/>
        </p:nvGrpSpPr>
        <p:grpSpPr>
          <a:xfrm>
            <a:off x="4414654" y="3102358"/>
            <a:ext cx="536180" cy="518047"/>
            <a:chOff x="3729467" y="2889422"/>
            <a:chExt cx="419153" cy="404977"/>
          </a:xfrm>
        </p:grpSpPr>
        <p:sp>
          <p:nvSpPr>
            <p:cNvPr id="1089" name="Google Shape;1089;p8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8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8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8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8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8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8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81"/>
          <p:cNvGrpSpPr/>
          <p:nvPr/>
        </p:nvGrpSpPr>
        <p:grpSpPr>
          <a:xfrm>
            <a:off x="1951688" y="3445787"/>
            <a:ext cx="965351" cy="134611"/>
            <a:chOff x="4411970" y="2962952"/>
            <a:chExt cx="706544" cy="104212"/>
          </a:xfrm>
        </p:grpSpPr>
        <p:sp>
          <p:nvSpPr>
            <p:cNvPr id="1097" name="Google Shape;1097;p8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8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8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8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81"/>
          <p:cNvGrpSpPr/>
          <p:nvPr/>
        </p:nvGrpSpPr>
        <p:grpSpPr>
          <a:xfrm>
            <a:off x="1951688" y="3041077"/>
            <a:ext cx="960158" cy="289172"/>
            <a:chOff x="4411970" y="2726085"/>
            <a:chExt cx="643107" cy="193659"/>
          </a:xfrm>
        </p:grpSpPr>
        <p:sp>
          <p:nvSpPr>
            <p:cNvPr id="1102" name="Google Shape;1102;p8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8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8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81"/>
          <p:cNvGrpSpPr/>
          <p:nvPr/>
        </p:nvGrpSpPr>
        <p:grpSpPr>
          <a:xfrm>
            <a:off x="960185" y="3295400"/>
            <a:ext cx="811503" cy="252584"/>
            <a:chOff x="4411970" y="4340222"/>
            <a:chExt cx="779467" cy="242683"/>
          </a:xfrm>
        </p:grpSpPr>
        <p:sp>
          <p:nvSpPr>
            <p:cNvPr id="1106" name="Google Shape;1106;p8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8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8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81"/>
          <p:cNvGrpSpPr/>
          <p:nvPr/>
        </p:nvGrpSpPr>
        <p:grpSpPr>
          <a:xfrm>
            <a:off x="1951688" y="2709308"/>
            <a:ext cx="965160" cy="216230"/>
            <a:chOff x="4411970" y="2468674"/>
            <a:chExt cx="747317" cy="167425"/>
          </a:xfrm>
        </p:grpSpPr>
        <p:sp>
          <p:nvSpPr>
            <p:cNvPr id="1110" name="Google Shape;1110;p8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8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 name="Google Shape;1112;p81"/>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 name="Google Shape;1113;p81"/>
          <p:cNvGrpSpPr/>
          <p:nvPr/>
        </p:nvGrpSpPr>
        <p:grpSpPr>
          <a:xfrm>
            <a:off x="959254" y="2334687"/>
            <a:ext cx="1959041" cy="208784"/>
            <a:chOff x="6336019" y="3733725"/>
            <a:chExt cx="2566206" cy="351310"/>
          </a:xfrm>
        </p:grpSpPr>
        <p:sp>
          <p:nvSpPr>
            <p:cNvPr id="1114" name="Google Shape;1114;p8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8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8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8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81"/>
          <p:cNvGrpSpPr/>
          <p:nvPr/>
        </p:nvGrpSpPr>
        <p:grpSpPr>
          <a:xfrm>
            <a:off x="1951688" y="3950602"/>
            <a:ext cx="946551" cy="153200"/>
            <a:chOff x="4404545" y="3301592"/>
            <a:chExt cx="782403" cy="129272"/>
          </a:xfrm>
        </p:grpSpPr>
        <p:sp>
          <p:nvSpPr>
            <p:cNvPr id="1119" name="Google Shape;1119;p8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8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81"/>
          <p:cNvGrpSpPr/>
          <p:nvPr/>
        </p:nvGrpSpPr>
        <p:grpSpPr>
          <a:xfrm>
            <a:off x="1951688" y="3695937"/>
            <a:ext cx="962257" cy="139127"/>
            <a:chOff x="4411970" y="3131459"/>
            <a:chExt cx="710520" cy="117397"/>
          </a:xfrm>
        </p:grpSpPr>
        <p:sp>
          <p:nvSpPr>
            <p:cNvPr id="1122" name="Google Shape;1122;p8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8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24" name="Google Shape;1124;p81"/>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 name="Google Shape;1125;p81"/>
          <p:cNvGrpSpPr/>
          <p:nvPr/>
        </p:nvGrpSpPr>
        <p:grpSpPr>
          <a:xfrm>
            <a:off x="951833" y="3621603"/>
            <a:ext cx="823838" cy="458988"/>
            <a:chOff x="4411970" y="1801825"/>
            <a:chExt cx="734586" cy="409262"/>
          </a:xfrm>
        </p:grpSpPr>
        <p:sp>
          <p:nvSpPr>
            <p:cNvPr id="1126" name="Google Shape;1126;p8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8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81"/>
          <p:cNvGrpSpPr/>
          <p:nvPr/>
        </p:nvGrpSpPr>
        <p:grpSpPr>
          <a:xfrm>
            <a:off x="3056804" y="2339173"/>
            <a:ext cx="521514" cy="521514"/>
            <a:chOff x="5681300" y="2527788"/>
            <a:chExt cx="805800" cy="805800"/>
          </a:xfrm>
        </p:grpSpPr>
        <p:sp>
          <p:nvSpPr>
            <p:cNvPr id="1129" name="Google Shape;1129;p8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8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81"/>
          <p:cNvGrpSpPr/>
          <p:nvPr/>
        </p:nvGrpSpPr>
        <p:grpSpPr>
          <a:xfrm>
            <a:off x="3051044" y="3094865"/>
            <a:ext cx="533033" cy="533033"/>
            <a:chOff x="4049800" y="640400"/>
            <a:chExt cx="858900" cy="858900"/>
          </a:xfrm>
        </p:grpSpPr>
        <p:sp>
          <p:nvSpPr>
            <p:cNvPr id="1132" name="Google Shape;1132;p8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8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81"/>
          <p:cNvGrpSpPr/>
          <p:nvPr/>
        </p:nvGrpSpPr>
        <p:grpSpPr>
          <a:xfrm>
            <a:off x="2976527" y="3772543"/>
            <a:ext cx="682068" cy="682068"/>
            <a:chOff x="5080188" y="927900"/>
            <a:chExt cx="961200" cy="961200"/>
          </a:xfrm>
        </p:grpSpPr>
        <p:sp>
          <p:nvSpPr>
            <p:cNvPr id="1135" name="Google Shape;1135;p8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8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8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8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8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8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8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8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81"/>
          <p:cNvGrpSpPr/>
          <p:nvPr/>
        </p:nvGrpSpPr>
        <p:grpSpPr>
          <a:xfrm>
            <a:off x="4440026" y="3869234"/>
            <a:ext cx="505650" cy="504006"/>
            <a:chOff x="6039282" y="1042577"/>
            <a:chExt cx="734315" cy="731929"/>
          </a:xfrm>
        </p:grpSpPr>
        <p:sp>
          <p:nvSpPr>
            <p:cNvPr id="1144" name="Google Shape;1144;p8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8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8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8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8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8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8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8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8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8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8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8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8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8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8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8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8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8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8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8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8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81"/>
          <p:cNvGrpSpPr/>
          <p:nvPr/>
        </p:nvGrpSpPr>
        <p:grpSpPr>
          <a:xfrm>
            <a:off x="5052628" y="2298862"/>
            <a:ext cx="567744" cy="602136"/>
            <a:chOff x="1825800" y="1651625"/>
            <a:chExt cx="539989" cy="571775"/>
          </a:xfrm>
        </p:grpSpPr>
        <p:sp>
          <p:nvSpPr>
            <p:cNvPr id="1166" name="Google Shape;1166;p8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8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8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8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 name="Google Shape;1170;p81"/>
          <p:cNvGrpSpPr/>
          <p:nvPr/>
        </p:nvGrpSpPr>
        <p:grpSpPr>
          <a:xfrm>
            <a:off x="3727557" y="3855579"/>
            <a:ext cx="508123" cy="507955"/>
            <a:chOff x="1897577" y="2802432"/>
            <a:chExt cx="492176" cy="492014"/>
          </a:xfrm>
        </p:grpSpPr>
        <p:sp>
          <p:nvSpPr>
            <p:cNvPr id="1171" name="Google Shape;1171;p8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8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8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8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8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8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8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8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8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8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8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8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81"/>
          <p:cNvGrpSpPr/>
          <p:nvPr/>
        </p:nvGrpSpPr>
        <p:grpSpPr>
          <a:xfrm>
            <a:off x="959087" y="4169123"/>
            <a:ext cx="809227" cy="200842"/>
            <a:chOff x="2013045" y="4813233"/>
            <a:chExt cx="921986" cy="228854"/>
          </a:xfrm>
        </p:grpSpPr>
        <p:sp>
          <p:nvSpPr>
            <p:cNvPr id="1184" name="Google Shape;1184;p8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8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 name="Google Shape;1186;p81"/>
          <p:cNvGrpSpPr/>
          <p:nvPr/>
        </p:nvGrpSpPr>
        <p:grpSpPr>
          <a:xfrm>
            <a:off x="967547" y="2656004"/>
            <a:ext cx="792421" cy="269941"/>
            <a:chOff x="1046767" y="4756633"/>
            <a:chExt cx="859646" cy="292841"/>
          </a:xfrm>
        </p:grpSpPr>
        <p:sp>
          <p:nvSpPr>
            <p:cNvPr id="1187" name="Google Shape;1187;p8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8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8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 name="Google Shape;1190;p81"/>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81"/>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81"/>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81"/>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81"/>
          <p:cNvGrpSpPr/>
          <p:nvPr/>
        </p:nvGrpSpPr>
        <p:grpSpPr>
          <a:xfrm>
            <a:off x="7103403" y="2550562"/>
            <a:ext cx="166473" cy="141497"/>
            <a:chOff x="4660325" y="1866850"/>
            <a:chExt cx="68350" cy="58100"/>
          </a:xfrm>
        </p:grpSpPr>
        <p:sp>
          <p:nvSpPr>
            <p:cNvPr id="1195" name="Google Shape;1195;p8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8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81"/>
          <p:cNvGrpSpPr/>
          <p:nvPr/>
        </p:nvGrpSpPr>
        <p:grpSpPr>
          <a:xfrm>
            <a:off x="7412747" y="2576286"/>
            <a:ext cx="162515" cy="90049"/>
            <a:chOff x="4791775" y="1877500"/>
            <a:chExt cx="66725" cy="36975"/>
          </a:xfrm>
        </p:grpSpPr>
        <p:sp>
          <p:nvSpPr>
            <p:cNvPr id="1198" name="Google Shape;1198;p8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8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81"/>
          <p:cNvGrpSpPr/>
          <p:nvPr/>
        </p:nvGrpSpPr>
        <p:grpSpPr>
          <a:xfrm>
            <a:off x="7734460" y="2576286"/>
            <a:ext cx="144979" cy="90049"/>
            <a:chOff x="4923925" y="1877500"/>
            <a:chExt cx="59525" cy="36975"/>
          </a:xfrm>
        </p:grpSpPr>
        <p:sp>
          <p:nvSpPr>
            <p:cNvPr id="1201" name="Google Shape;1201;p8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8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81"/>
          <p:cNvGrpSpPr/>
          <p:nvPr/>
        </p:nvGrpSpPr>
        <p:grpSpPr>
          <a:xfrm>
            <a:off x="8028952" y="2558477"/>
            <a:ext cx="141447" cy="125667"/>
            <a:chOff x="5058450" y="1870100"/>
            <a:chExt cx="58075" cy="51600"/>
          </a:xfrm>
        </p:grpSpPr>
        <p:sp>
          <p:nvSpPr>
            <p:cNvPr id="1204" name="Google Shape;1204;p8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8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 name="Google Shape;1206;p81"/>
          <p:cNvGrpSpPr/>
          <p:nvPr/>
        </p:nvGrpSpPr>
        <p:grpSpPr>
          <a:xfrm>
            <a:off x="7443466" y="2980885"/>
            <a:ext cx="101077" cy="107645"/>
            <a:chOff x="4811425" y="2065025"/>
            <a:chExt cx="41500" cy="44200"/>
          </a:xfrm>
        </p:grpSpPr>
        <p:sp>
          <p:nvSpPr>
            <p:cNvPr id="1207" name="Google Shape;1207;p8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8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81"/>
          <p:cNvGrpSpPr/>
          <p:nvPr/>
        </p:nvGrpSpPr>
        <p:grpSpPr>
          <a:xfrm>
            <a:off x="7735904" y="2981098"/>
            <a:ext cx="120867" cy="107218"/>
            <a:chOff x="4929875" y="2065025"/>
            <a:chExt cx="49625" cy="44025"/>
          </a:xfrm>
        </p:grpSpPr>
        <p:sp>
          <p:nvSpPr>
            <p:cNvPr id="1210" name="Google Shape;1210;p8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8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81"/>
          <p:cNvGrpSpPr/>
          <p:nvPr/>
        </p:nvGrpSpPr>
        <p:grpSpPr>
          <a:xfrm>
            <a:off x="8064572" y="2984112"/>
            <a:ext cx="70206" cy="101191"/>
            <a:chOff x="5083925" y="2066350"/>
            <a:chExt cx="28825" cy="41550"/>
          </a:xfrm>
        </p:grpSpPr>
        <p:sp>
          <p:nvSpPr>
            <p:cNvPr id="1213" name="Google Shape;1213;p8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8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81"/>
          <p:cNvGrpSpPr/>
          <p:nvPr/>
        </p:nvGrpSpPr>
        <p:grpSpPr>
          <a:xfrm>
            <a:off x="7096126" y="2999759"/>
            <a:ext cx="181026" cy="69896"/>
            <a:chOff x="4659775" y="2072775"/>
            <a:chExt cx="74325" cy="28700"/>
          </a:xfrm>
        </p:grpSpPr>
        <p:sp>
          <p:nvSpPr>
            <p:cNvPr id="1216" name="Google Shape;1216;p8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8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8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81"/>
          <p:cNvGrpSpPr/>
          <p:nvPr/>
        </p:nvGrpSpPr>
        <p:grpSpPr>
          <a:xfrm>
            <a:off x="8015982" y="2790324"/>
            <a:ext cx="167387" cy="89197"/>
            <a:chOff x="4662475" y="1976500"/>
            <a:chExt cx="68725" cy="36625"/>
          </a:xfrm>
        </p:grpSpPr>
        <p:sp>
          <p:nvSpPr>
            <p:cNvPr id="1220" name="Google Shape;1220;p8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8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8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81"/>
          <p:cNvGrpSpPr/>
          <p:nvPr/>
        </p:nvGrpSpPr>
        <p:grpSpPr>
          <a:xfrm>
            <a:off x="7712887" y="2793764"/>
            <a:ext cx="166899" cy="82317"/>
            <a:chOff x="4920150" y="1977875"/>
            <a:chExt cx="68525" cy="33800"/>
          </a:xfrm>
        </p:grpSpPr>
        <p:sp>
          <p:nvSpPr>
            <p:cNvPr id="1224" name="Google Shape;1224;p8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8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8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81"/>
          <p:cNvGrpSpPr/>
          <p:nvPr/>
        </p:nvGrpSpPr>
        <p:grpSpPr>
          <a:xfrm>
            <a:off x="7124044" y="3197682"/>
            <a:ext cx="125190" cy="127859"/>
            <a:chOff x="4676550" y="2160575"/>
            <a:chExt cx="51400" cy="52500"/>
          </a:xfrm>
        </p:grpSpPr>
        <p:sp>
          <p:nvSpPr>
            <p:cNvPr id="1228" name="Google Shape;1228;p8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8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8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81"/>
          <p:cNvGrpSpPr/>
          <p:nvPr/>
        </p:nvGrpSpPr>
        <p:grpSpPr>
          <a:xfrm>
            <a:off x="7421302" y="3204714"/>
            <a:ext cx="145405" cy="113794"/>
            <a:chOff x="4768325" y="2163475"/>
            <a:chExt cx="59700" cy="46725"/>
          </a:xfrm>
        </p:grpSpPr>
        <p:sp>
          <p:nvSpPr>
            <p:cNvPr id="1232" name="Google Shape;1232;p8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8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 name="Google Shape;1234;p81"/>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81"/>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81"/>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81"/>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81"/>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81"/>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 name="Google Shape;1240;p81"/>
          <p:cNvGrpSpPr/>
          <p:nvPr/>
        </p:nvGrpSpPr>
        <p:grpSpPr>
          <a:xfrm>
            <a:off x="7437621" y="3459808"/>
            <a:ext cx="112768" cy="106853"/>
            <a:chOff x="4768575" y="2253950"/>
            <a:chExt cx="46300" cy="43875"/>
          </a:xfrm>
        </p:grpSpPr>
        <p:sp>
          <p:nvSpPr>
            <p:cNvPr id="1241" name="Google Shape;1241;p8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8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 name="Google Shape;1243;p81"/>
          <p:cNvGrpSpPr/>
          <p:nvPr/>
        </p:nvGrpSpPr>
        <p:grpSpPr>
          <a:xfrm>
            <a:off x="7737243" y="3948834"/>
            <a:ext cx="118187" cy="146246"/>
            <a:chOff x="4960900" y="2433225"/>
            <a:chExt cx="48525" cy="60050"/>
          </a:xfrm>
        </p:grpSpPr>
        <p:sp>
          <p:nvSpPr>
            <p:cNvPr id="1244" name="Google Shape;1244;p8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8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 name="Google Shape;1246;p81"/>
          <p:cNvGrpSpPr/>
          <p:nvPr/>
        </p:nvGrpSpPr>
        <p:grpSpPr>
          <a:xfrm>
            <a:off x="7425808" y="4212895"/>
            <a:ext cx="136394" cy="143810"/>
            <a:chOff x="4854075" y="2527625"/>
            <a:chExt cx="56000" cy="59050"/>
          </a:xfrm>
        </p:grpSpPr>
        <p:sp>
          <p:nvSpPr>
            <p:cNvPr id="1247" name="Google Shape;1247;p8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8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81"/>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81"/>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81"/>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 name="Google Shape;1252;p81"/>
          <p:cNvGrpSpPr/>
          <p:nvPr/>
        </p:nvGrpSpPr>
        <p:grpSpPr>
          <a:xfrm>
            <a:off x="8050020" y="3676639"/>
            <a:ext cx="99312" cy="160797"/>
            <a:chOff x="5059700" y="2334775"/>
            <a:chExt cx="40775" cy="66025"/>
          </a:xfrm>
        </p:grpSpPr>
        <p:sp>
          <p:nvSpPr>
            <p:cNvPr id="1253" name="Google Shape;1253;p8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8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8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8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8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8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8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8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8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81"/>
          <p:cNvGrpSpPr/>
          <p:nvPr/>
        </p:nvGrpSpPr>
        <p:grpSpPr>
          <a:xfrm>
            <a:off x="8007184" y="3941771"/>
            <a:ext cx="184984" cy="160371"/>
            <a:chOff x="5037700" y="2430325"/>
            <a:chExt cx="75950" cy="65850"/>
          </a:xfrm>
        </p:grpSpPr>
        <p:sp>
          <p:nvSpPr>
            <p:cNvPr id="1263" name="Google Shape;1263;p8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8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81"/>
          <p:cNvGrpSpPr/>
          <p:nvPr/>
        </p:nvGrpSpPr>
        <p:grpSpPr>
          <a:xfrm>
            <a:off x="7426689" y="3708223"/>
            <a:ext cx="173014" cy="97629"/>
            <a:chOff x="4756975" y="2341800"/>
            <a:chExt cx="91975" cy="51925"/>
          </a:xfrm>
        </p:grpSpPr>
        <p:sp>
          <p:nvSpPr>
            <p:cNvPr id="1266" name="Google Shape;1266;p8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8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8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8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8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8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8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8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8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8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8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8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8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8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8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8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8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8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8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8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81"/>
          <p:cNvGrpSpPr/>
          <p:nvPr/>
        </p:nvGrpSpPr>
        <p:grpSpPr>
          <a:xfrm>
            <a:off x="7693626" y="4196920"/>
            <a:ext cx="212497" cy="175761"/>
            <a:chOff x="4943575" y="2516350"/>
            <a:chExt cx="98675" cy="81700"/>
          </a:xfrm>
        </p:grpSpPr>
        <p:sp>
          <p:nvSpPr>
            <p:cNvPr id="1287" name="Google Shape;1287;p8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8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8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8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8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8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8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8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8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8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8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8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8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8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8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8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8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8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8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8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8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8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8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8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8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8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8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8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8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8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8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8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8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8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8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8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8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8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8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8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8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8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8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8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8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8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8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8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8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8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8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8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8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8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8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8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8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8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8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8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8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8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8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8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8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8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8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8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8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8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8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8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8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8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8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8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8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8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 name="Google Shape;1365;p81"/>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81"/>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81"/>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81"/>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8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3" name="Shape 1373"/>
        <p:cNvGrpSpPr/>
        <p:nvPr/>
      </p:nvGrpSpPr>
      <p:grpSpPr>
        <a:xfrm>
          <a:off x="0" y="0"/>
          <a:ext cx="0" cy="0"/>
          <a:chOff x="0" y="0"/>
          <a:chExt cx="0" cy="0"/>
        </a:xfrm>
      </p:grpSpPr>
      <p:grpSp>
        <p:nvGrpSpPr>
          <p:cNvPr id="1374" name="Google Shape;1374;p82"/>
          <p:cNvGrpSpPr/>
          <p:nvPr/>
        </p:nvGrpSpPr>
        <p:grpSpPr>
          <a:xfrm>
            <a:off x="6681268" y="3584496"/>
            <a:ext cx="560636" cy="516497"/>
            <a:chOff x="6652051" y="3714143"/>
            <a:chExt cx="560636" cy="516497"/>
          </a:xfrm>
        </p:grpSpPr>
        <p:grpSp>
          <p:nvGrpSpPr>
            <p:cNvPr id="1375" name="Google Shape;1375;p82"/>
            <p:cNvGrpSpPr/>
            <p:nvPr/>
          </p:nvGrpSpPr>
          <p:grpSpPr>
            <a:xfrm>
              <a:off x="6669657" y="3716715"/>
              <a:ext cx="466768" cy="464314"/>
              <a:chOff x="3139766" y="765669"/>
              <a:chExt cx="886380" cy="881888"/>
            </a:xfrm>
          </p:grpSpPr>
          <p:grpSp>
            <p:nvGrpSpPr>
              <p:cNvPr id="1376" name="Google Shape;1376;p82"/>
              <p:cNvGrpSpPr/>
              <p:nvPr/>
            </p:nvGrpSpPr>
            <p:grpSpPr>
              <a:xfrm>
                <a:off x="3139766" y="765669"/>
                <a:ext cx="886380" cy="881888"/>
                <a:chOff x="3139766" y="765669"/>
                <a:chExt cx="886380" cy="881888"/>
              </a:xfrm>
            </p:grpSpPr>
            <p:sp>
              <p:nvSpPr>
                <p:cNvPr id="1377" name="Google Shape;1377;p8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8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8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8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8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8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8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8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8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 name="Google Shape;1386;p8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8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8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8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 name="Google Shape;1390;p8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 name="Google Shape;1391;p82"/>
          <p:cNvGrpSpPr/>
          <p:nvPr/>
        </p:nvGrpSpPr>
        <p:grpSpPr>
          <a:xfrm>
            <a:off x="7679978" y="3065079"/>
            <a:ext cx="104231" cy="320340"/>
            <a:chOff x="7564426" y="3224343"/>
            <a:chExt cx="119985" cy="368801"/>
          </a:xfrm>
        </p:grpSpPr>
        <p:sp>
          <p:nvSpPr>
            <p:cNvPr id="1392" name="Google Shape;1392;p8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8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82"/>
          <p:cNvGrpSpPr/>
          <p:nvPr/>
        </p:nvGrpSpPr>
        <p:grpSpPr>
          <a:xfrm>
            <a:off x="7379466" y="3059180"/>
            <a:ext cx="189489" cy="332132"/>
            <a:chOff x="8370831" y="3202002"/>
            <a:chExt cx="218129" cy="382376"/>
          </a:xfrm>
        </p:grpSpPr>
        <p:sp>
          <p:nvSpPr>
            <p:cNvPr id="1395" name="Google Shape;1395;p8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8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82"/>
          <p:cNvGrpSpPr/>
          <p:nvPr/>
        </p:nvGrpSpPr>
        <p:grpSpPr>
          <a:xfrm>
            <a:off x="8102855" y="3470312"/>
            <a:ext cx="309429" cy="267000"/>
            <a:chOff x="6742064" y="3750480"/>
            <a:chExt cx="399315" cy="344560"/>
          </a:xfrm>
        </p:grpSpPr>
        <p:sp>
          <p:nvSpPr>
            <p:cNvPr id="1398" name="Google Shape;1398;p8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8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82"/>
          <p:cNvGrpSpPr/>
          <p:nvPr/>
        </p:nvGrpSpPr>
        <p:grpSpPr>
          <a:xfrm>
            <a:off x="7641874" y="3821360"/>
            <a:ext cx="180437" cy="281608"/>
            <a:chOff x="7248525" y="3739696"/>
            <a:chExt cx="230531" cy="359790"/>
          </a:xfrm>
        </p:grpSpPr>
        <p:sp>
          <p:nvSpPr>
            <p:cNvPr id="1401" name="Google Shape;1401;p8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8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82"/>
          <p:cNvGrpSpPr/>
          <p:nvPr/>
        </p:nvGrpSpPr>
        <p:grpSpPr>
          <a:xfrm>
            <a:off x="7887794" y="3464584"/>
            <a:ext cx="162896" cy="278710"/>
            <a:chOff x="7601242" y="3729267"/>
            <a:chExt cx="222566" cy="380803"/>
          </a:xfrm>
        </p:grpSpPr>
        <p:sp>
          <p:nvSpPr>
            <p:cNvPr id="1404" name="Google Shape;1404;p8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8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 name="Google Shape;1406;p82"/>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7" name="Google Shape;1407;p82"/>
          <p:cNvGrpSpPr/>
          <p:nvPr/>
        </p:nvGrpSpPr>
        <p:grpSpPr>
          <a:xfrm>
            <a:off x="7377439" y="3465724"/>
            <a:ext cx="193543" cy="275990"/>
            <a:chOff x="8304647" y="3738687"/>
            <a:chExt cx="225076" cy="320956"/>
          </a:xfrm>
        </p:grpSpPr>
        <p:sp>
          <p:nvSpPr>
            <p:cNvPr id="1408" name="Google Shape;1408;p8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8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8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82"/>
          <p:cNvGrpSpPr/>
          <p:nvPr/>
        </p:nvGrpSpPr>
        <p:grpSpPr>
          <a:xfrm>
            <a:off x="7649932" y="3465724"/>
            <a:ext cx="178492" cy="275990"/>
            <a:chOff x="8615101" y="3738687"/>
            <a:chExt cx="207573" cy="320956"/>
          </a:xfrm>
        </p:grpSpPr>
        <p:sp>
          <p:nvSpPr>
            <p:cNvPr id="1412" name="Google Shape;1412;p8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8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8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 name="Google Shape;1415;p82"/>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 name="Google Shape;1416;p82"/>
          <p:cNvGrpSpPr/>
          <p:nvPr/>
        </p:nvGrpSpPr>
        <p:grpSpPr>
          <a:xfrm>
            <a:off x="7875463" y="3868385"/>
            <a:ext cx="187557" cy="187557"/>
            <a:chOff x="8565775" y="671075"/>
            <a:chExt cx="441000" cy="441000"/>
          </a:xfrm>
        </p:grpSpPr>
        <p:sp>
          <p:nvSpPr>
            <p:cNvPr id="1417" name="Google Shape;1417;p8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8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 name="Google Shape;1419;p82"/>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82"/>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1" name="Google Shape;1421;p82"/>
          <p:cNvGrpSpPr/>
          <p:nvPr/>
        </p:nvGrpSpPr>
        <p:grpSpPr>
          <a:xfrm>
            <a:off x="6029935" y="2940910"/>
            <a:ext cx="587865" cy="517731"/>
            <a:chOff x="6000718" y="3070557"/>
            <a:chExt cx="587865" cy="517731"/>
          </a:xfrm>
        </p:grpSpPr>
        <p:sp>
          <p:nvSpPr>
            <p:cNvPr id="1422" name="Google Shape;1422;p8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8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8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8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8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8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8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8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8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8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82"/>
          <p:cNvGrpSpPr/>
          <p:nvPr/>
        </p:nvGrpSpPr>
        <p:grpSpPr>
          <a:xfrm>
            <a:off x="6044740" y="3584570"/>
            <a:ext cx="557665" cy="516387"/>
            <a:chOff x="6015523" y="3714217"/>
            <a:chExt cx="557665" cy="516387"/>
          </a:xfrm>
        </p:grpSpPr>
        <p:grpSp>
          <p:nvGrpSpPr>
            <p:cNvPr id="1433" name="Google Shape;1433;p82"/>
            <p:cNvGrpSpPr/>
            <p:nvPr/>
          </p:nvGrpSpPr>
          <p:grpSpPr>
            <a:xfrm>
              <a:off x="6036094" y="3716980"/>
              <a:ext cx="529822" cy="510480"/>
              <a:chOff x="3148311" y="-545634"/>
              <a:chExt cx="1006118" cy="969572"/>
            </a:xfrm>
          </p:grpSpPr>
          <p:sp>
            <p:nvSpPr>
              <p:cNvPr id="1434" name="Google Shape;1434;p8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8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8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8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8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8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8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8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8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8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 name="Google Shape;1444;p8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82"/>
          <p:cNvGrpSpPr/>
          <p:nvPr/>
        </p:nvGrpSpPr>
        <p:grpSpPr>
          <a:xfrm>
            <a:off x="6673522" y="2943981"/>
            <a:ext cx="576302" cy="511871"/>
            <a:chOff x="6644304" y="3073628"/>
            <a:chExt cx="576302" cy="511871"/>
          </a:xfrm>
        </p:grpSpPr>
        <p:grpSp>
          <p:nvGrpSpPr>
            <p:cNvPr id="1446" name="Google Shape;1446;p82"/>
            <p:cNvGrpSpPr/>
            <p:nvPr/>
          </p:nvGrpSpPr>
          <p:grpSpPr>
            <a:xfrm>
              <a:off x="6712169" y="3073651"/>
              <a:ext cx="481611" cy="506713"/>
              <a:chOff x="1833536" y="-546641"/>
              <a:chExt cx="914567" cy="962419"/>
            </a:xfrm>
          </p:grpSpPr>
          <p:grpSp>
            <p:nvGrpSpPr>
              <p:cNvPr id="1447" name="Google Shape;1447;p82"/>
              <p:cNvGrpSpPr/>
              <p:nvPr/>
            </p:nvGrpSpPr>
            <p:grpSpPr>
              <a:xfrm>
                <a:off x="1833536" y="-524249"/>
                <a:ext cx="914567" cy="940027"/>
                <a:chOff x="1833536" y="-524249"/>
                <a:chExt cx="914567" cy="940027"/>
              </a:xfrm>
            </p:grpSpPr>
            <p:sp>
              <p:nvSpPr>
                <p:cNvPr id="1448" name="Google Shape;1448;p8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8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8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8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8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 name="Google Shape;1453;p8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8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8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8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 name="Google Shape;1457;p8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 name="Google Shape;1458;p82"/>
          <p:cNvGrpSpPr/>
          <p:nvPr/>
        </p:nvGrpSpPr>
        <p:grpSpPr>
          <a:xfrm>
            <a:off x="752796" y="2869970"/>
            <a:ext cx="2622876" cy="1333540"/>
            <a:chOff x="238125" y="1038125"/>
            <a:chExt cx="7146800" cy="3633625"/>
          </a:xfrm>
        </p:grpSpPr>
        <p:sp>
          <p:nvSpPr>
            <p:cNvPr id="1459" name="Google Shape;1459;p8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8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8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8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8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8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8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8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8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8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8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8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8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8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8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8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8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8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8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8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8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8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8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8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8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8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8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8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8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8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8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8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8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8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8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8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8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8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8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8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8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8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8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8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8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8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8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8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8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8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8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8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8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8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8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8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8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8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8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8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8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8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8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8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8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8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8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8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8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8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8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8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8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8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8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8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8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8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8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8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8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8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8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8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8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8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8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8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8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8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8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8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8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8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8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8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8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8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8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8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8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8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8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8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8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8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8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8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8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8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8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8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8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8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8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8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8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8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8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8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8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8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8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8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8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8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8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8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8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8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8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8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8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8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8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8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8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8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8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8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8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8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8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8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8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8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8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8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8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8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8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8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8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8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8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8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8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8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8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8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8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8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8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8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8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8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8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8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8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8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8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8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8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8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8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8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8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8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8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8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8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8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8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8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8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8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8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8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8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8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8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8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8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8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8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8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8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8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8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8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8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8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8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8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8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8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8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8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8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8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8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8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8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8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8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8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8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8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8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8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8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8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8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8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8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8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8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8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8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8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8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8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8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8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8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8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8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8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8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8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8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8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8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8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8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8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8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8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8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8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8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8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8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8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8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8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8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8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8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8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8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8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8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8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8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8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8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8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8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8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8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8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8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8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8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8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8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8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8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8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8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8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8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8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8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8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8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8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8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8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8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8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8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8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8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8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8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8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8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8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8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1" name="Google Shape;3031;p82"/>
          <p:cNvGrpSpPr/>
          <p:nvPr/>
        </p:nvGrpSpPr>
        <p:grpSpPr>
          <a:xfrm>
            <a:off x="5938558" y="1033351"/>
            <a:ext cx="2435960" cy="1297725"/>
            <a:chOff x="233350" y="949250"/>
            <a:chExt cx="7137300" cy="3802300"/>
          </a:xfrm>
        </p:grpSpPr>
        <p:sp>
          <p:nvSpPr>
            <p:cNvPr id="3032" name="Google Shape;3032;p8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3" name="Google Shape;3083;p82"/>
          <p:cNvGrpSpPr/>
          <p:nvPr/>
        </p:nvGrpSpPr>
        <p:grpSpPr>
          <a:xfrm>
            <a:off x="731715" y="995041"/>
            <a:ext cx="2665073" cy="1317140"/>
            <a:chOff x="793334" y="1192826"/>
            <a:chExt cx="2665073" cy="1317140"/>
          </a:xfrm>
        </p:grpSpPr>
        <p:sp>
          <p:nvSpPr>
            <p:cNvPr id="3084" name="Google Shape;3084;p8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82"/>
          <p:cNvGrpSpPr/>
          <p:nvPr/>
        </p:nvGrpSpPr>
        <p:grpSpPr>
          <a:xfrm>
            <a:off x="3450485" y="919691"/>
            <a:ext cx="2310381" cy="1488888"/>
            <a:chOff x="229225" y="549050"/>
            <a:chExt cx="7161750" cy="4615275"/>
          </a:xfrm>
        </p:grpSpPr>
        <p:sp>
          <p:nvSpPr>
            <p:cNvPr id="7052" name="Google Shape;7052;p8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2"/>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82"/>
          <p:cNvGrpSpPr/>
          <p:nvPr/>
        </p:nvGrpSpPr>
        <p:grpSpPr>
          <a:xfrm>
            <a:off x="3548403" y="2849588"/>
            <a:ext cx="2310282" cy="1374222"/>
            <a:chOff x="238125" y="732525"/>
            <a:chExt cx="7130500" cy="4241425"/>
          </a:xfrm>
        </p:grpSpPr>
        <p:sp>
          <p:nvSpPr>
            <p:cNvPr id="7170" name="Google Shape;7170;p82"/>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2"/>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2"/>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2"/>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2"/>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2"/>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2"/>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2"/>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2"/>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2"/>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2"/>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2"/>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2"/>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2"/>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2"/>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2"/>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2"/>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2"/>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2"/>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2"/>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2"/>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2"/>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2"/>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2"/>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2"/>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2"/>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2"/>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2"/>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2"/>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2"/>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2"/>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2"/>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2"/>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2"/>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2"/>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2"/>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2"/>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2"/>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2"/>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2"/>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2"/>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2"/>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2"/>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2"/>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2"/>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2"/>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2"/>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2"/>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2"/>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2"/>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2"/>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2"/>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2"/>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2"/>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2"/>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2"/>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2"/>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2"/>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2"/>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2"/>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2"/>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2"/>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2"/>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2"/>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2"/>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2"/>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2"/>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2"/>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2"/>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2"/>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2"/>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2"/>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2"/>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2"/>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2"/>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2"/>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2"/>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2"/>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2"/>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2"/>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2"/>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2"/>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2"/>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2"/>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2"/>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2"/>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2"/>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2"/>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2"/>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2"/>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2"/>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2"/>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2"/>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2"/>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2"/>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2"/>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2"/>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2"/>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2"/>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2"/>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2"/>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2"/>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2"/>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2"/>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2"/>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2"/>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2"/>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2"/>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2"/>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2"/>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2"/>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2"/>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2"/>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2"/>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7" name="Shape 7287"/>
        <p:cNvGrpSpPr/>
        <p:nvPr/>
      </p:nvGrpSpPr>
      <p:grpSpPr>
        <a:xfrm>
          <a:off x="0" y="0"/>
          <a:ext cx="0" cy="0"/>
          <a:chOff x="0" y="0"/>
          <a:chExt cx="0" cy="0"/>
        </a:xfrm>
      </p:grpSpPr>
      <p:grpSp>
        <p:nvGrpSpPr>
          <p:cNvPr id="7288" name="Google Shape;7288;p83"/>
          <p:cNvGrpSpPr/>
          <p:nvPr/>
        </p:nvGrpSpPr>
        <p:grpSpPr>
          <a:xfrm>
            <a:off x="2100560" y="3398663"/>
            <a:ext cx="1102891" cy="760337"/>
            <a:chOff x="4967783" y="2151471"/>
            <a:chExt cx="3920692" cy="2702940"/>
          </a:xfrm>
        </p:grpSpPr>
        <p:grpSp>
          <p:nvGrpSpPr>
            <p:cNvPr id="7289" name="Google Shape;7289;p83"/>
            <p:cNvGrpSpPr/>
            <p:nvPr/>
          </p:nvGrpSpPr>
          <p:grpSpPr>
            <a:xfrm>
              <a:off x="5045709" y="2252109"/>
              <a:ext cx="3761071" cy="2501708"/>
              <a:chOff x="2691784" y="1805334"/>
              <a:chExt cx="3761071" cy="2501708"/>
            </a:xfrm>
          </p:grpSpPr>
          <p:sp>
            <p:nvSpPr>
              <p:cNvPr id="7290" name="Google Shape;7290;p8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83"/>
            <p:cNvGrpSpPr/>
            <p:nvPr/>
          </p:nvGrpSpPr>
          <p:grpSpPr>
            <a:xfrm>
              <a:off x="4967783" y="2151471"/>
              <a:ext cx="3920692" cy="2702940"/>
              <a:chOff x="2613858" y="1704696"/>
              <a:chExt cx="3920692" cy="2702940"/>
            </a:xfrm>
          </p:grpSpPr>
          <p:sp>
            <p:nvSpPr>
              <p:cNvPr id="7298" name="Google Shape;7298;p8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3" name="Google Shape;7303;p83"/>
          <p:cNvGrpSpPr/>
          <p:nvPr/>
        </p:nvGrpSpPr>
        <p:grpSpPr>
          <a:xfrm>
            <a:off x="3504468" y="1286940"/>
            <a:ext cx="1561911" cy="708580"/>
            <a:chOff x="3530532" y="1496185"/>
            <a:chExt cx="1561911" cy="708580"/>
          </a:xfrm>
        </p:grpSpPr>
        <p:grpSp>
          <p:nvGrpSpPr>
            <p:cNvPr id="7304" name="Google Shape;7304;p83"/>
            <p:cNvGrpSpPr/>
            <p:nvPr/>
          </p:nvGrpSpPr>
          <p:grpSpPr>
            <a:xfrm>
              <a:off x="3720318" y="1857562"/>
              <a:ext cx="1372125" cy="54"/>
              <a:chOff x="3720318" y="1857562"/>
              <a:chExt cx="1372125" cy="54"/>
            </a:xfrm>
          </p:grpSpPr>
          <p:cxnSp>
            <p:nvCxnSpPr>
              <p:cNvPr id="7305" name="Google Shape;7305;p83"/>
              <p:cNvCxnSpPr>
                <a:endCxn id="730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07" name="Google Shape;7307;p8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08" name="Google Shape;7308;p8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09" name="Google Shape;7309;p83"/>
              <p:cNvCxnSpPr>
                <a:stCxn id="730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10" name="Google Shape;7310;p83"/>
            <p:cNvGrpSpPr/>
            <p:nvPr/>
          </p:nvGrpSpPr>
          <p:grpSpPr>
            <a:xfrm>
              <a:off x="3567462" y="1496185"/>
              <a:ext cx="286500" cy="272914"/>
              <a:chOff x="3567462" y="1496185"/>
              <a:chExt cx="286500" cy="272914"/>
            </a:xfrm>
          </p:grpSpPr>
          <p:cxnSp>
            <p:nvCxnSpPr>
              <p:cNvPr id="7311" name="Google Shape;7311;p8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12" name="Google Shape;7312;p8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3" name="Google Shape;7313;p8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5" name="Google Shape;7315;p83"/>
            <p:cNvGrpSpPr/>
            <p:nvPr/>
          </p:nvGrpSpPr>
          <p:grpSpPr>
            <a:xfrm>
              <a:off x="3929014" y="1960574"/>
              <a:ext cx="286500" cy="242342"/>
              <a:chOff x="3929014" y="1960574"/>
              <a:chExt cx="286500" cy="242342"/>
            </a:xfrm>
          </p:grpSpPr>
          <p:cxnSp>
            <p:nvCxnSpPr>
              <p:cNvPr id="7316" name="Google Shape;7316;p8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17" name="Google Shape;7317;p8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83"/>
            <p:cNvGrpSpPr/>
            <p:nvPr/>
          </p:nvGrpSpPr>
          <p:grpSpPr>
            <a:xfrm>
              <a:off x="4290828" y="1496185"/>
              <a:ext cx="286500" cy="272914"/>
              <a:chOff x="4290828" y="1496185"/>
              <a:chExt cx="286500" cy="272914"/>
            </a:xfrm>
          </p:grpSpPr>
          <p:cxnSp>
            <p:nvCxnSpPr>
              <p:cNvPr id="7319" name="Google Shape;7319;p8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20" name="Google Shape;7320;p8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1" name="Google Shape;7321;p8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83"/>
            <p:cNvGrpSpPr/>
            <p:nvPr/>
          </p:nvGrpSpPr>
          <p:grpSpPr>
            <a:xfrm>
              <a:off x="4657726" y="1959674"/>
              <a:ext cx="286500" cy="245092"/>
              <a:chOff x="4657726" y="1959674"/>
              <a:chExt cx="286500" cy="245092"/>
            </a:xfrm>
          </p:grpSpPr>
          <p:cxnSp>
            <p:nvCxnSpPr>
              <p:cNvPr id="7323" name="Google Shape;7323;p8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24" name="Google Shape;7324;p8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25" name="Google Shape;7325;p83"/>
          <p:cNvGrpSpPr/>
          <p:nvPr/>
        </p:nvGrpSpPr>
        <p:grpSpPr>
          <a:xfrm>
            <a:off x="3486488" y="2149036"/>
            <a:ext cx="1597032" cy="378649"/>
            <a:chOff x="3512551" y="2358282"/>
            <a:chExt cx="1597032" cy="378649"/>
          </a:xfrm>
        </p:grpSpPr>
        <p:grpSp>
          <p:nvGrpSpPr>
            <p:cNvPr id="7326" name="Google Shape;7326;p83"/>
            <p:cNvGrpSpPr/>
            <p:nvPr/>
          </p:nvGrpSpPr>
          <p:grpSpPr>
            <a:xfrm>
              <a:off x="3738198" y="2553002"/>
              <a:ext cx="1145834" cy="117"/>
              <a:chOff x="3738198" y="2553002"/>
              <a:chExt cx="1145834" cy="117"/>
            </a:xfrm>
          </p:grpSpPr>
          <p:cxnSp>
            <p:nvCxnSpPr>
              <p:cNvPr id="7327" name="Google Shape;7327;p8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28" name="Google Shape;7328;p8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29" name="Google Shape;7329;p83"/>
              <p:cNvCxnSpPr>
                <a:stCxn id="7330" idx="6"/>
                <a:endCxn id="733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332" name="Google Shape;7332;p83"/>
            <p:cNvGrpSpPr/>
            <p:nvPr/>
          </p:nvGrpSpPr>
          <p:grpSpPr>
            <a:xfrm>
              <a:off x="3969644" y="2440153"/>
              <a:ext cx="225900" cy="296779"/>
              <a:chOff x="3969644" y="2440153"/>
              <a:chExt cx="225900" cy="296779"/>
            </a:xfrm>
          </p:grpSpPr>
          <p:cxnSp>
            <p:nvCxnSpPr>
              <p:cNvPr id="7333" name="Google Shape;7333;p8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331" name="Google Shape;7331;p8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83"/>
            <p:cNvGrpSpPr/>
            <p:nvPr/>
          </p:nvGrpSpPr>
          <p:grpSpPr>
            <a:xfrm>
              <a:off x="4426818" y="2358282"/>
              <a:ext cx="225600" cy="307471"/>
              <a:chOff x="4426818" y="2358282"/>
              <a:chExt cx="225600" cy="307471"/>
            </a:xfrm>
          </p:grpSpPr>
          <p:cxnSp>
            <p:nvCxnSpPr>
              <p:cNvPr id="7336" name="Google Shape;7336;p83"/>
              <p:cNvCxnSpPr>
                <a:stCxn id="733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338" name="Google Shape;7338;p8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83"/>
            <p:cNvGrpSpPr/>
            <p:nvPr/>
          </p:nvGrpSpPr>
          <p:grpSpPr>
            <a:xfrm>
              <a:off x="4883984" y="2440153"/>
              <a:ext cx="225600" cy="296479"/>
              <a:chOff x="4883984" y="2440153"/>
              <a:chExt cx="225600" cy="296479"/>
            </a:xfrm>
          </p:grpSpPr>
          <p:cxnSp>
            <p:nvCxnSpPr>
              <p:cNvPr id="7340" name="Google Shape;7340;p8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341" name="Google Shape;7341;p8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83"/>
            <p:cNvGrpSpPr/>
            <p:nvPr/>
          </p:nvGrpSpPr>
          <p:grpSpPr>
            <a:xfrm>
              <a:off x="3512551" y="2358356"/>
              <a:ext cx="225647" cy="307629"/>
              <a:chOff x="2182679" y="2005014"/>
              <a:chExt cx="792300" cy="1080158"/>
            </a:xfrm>
          </p:grpSpPr>
          <p:cxnSp>
            <p:nvCxnSpPr>
              <p:cNvPr id="7344" name="Google Shape;7344;p83"/>
              <p:cNvCxnSpPr>
                <a:stCxn id="734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30" name="Google Shape;7330;p8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46" name="Google Shape;7346;p83"/>
          <p:cNvGrpSpPr/>
          <p:nvPr/>
        </p:nvGrpSpPr>
        <p:grpSpPr>
          <a:xfrm>
            <a:off x="6846570" y="972834"/>
            <a:ext cx="1559809" cy="722610"/>
            <a:chOff x="634175" y="2986275"/>
            <a:chExt cx="3147949" cy="1458344"/>
          </a:xfrm>
        </p:grpSpPr>
        <p:cxnSp>
          <p:nvCxnSpPr>
            <p:cNvPr id="7347" name="Google Shape;7347;p83"/>
            <p:cNvCxnSpPr>
              <a:stCxn id="7348" idx="4"/>
              <a:endCxn id="734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350" name="Google Shape;7350;p83"/>
            <p:cNvCxnSpPr>
              <a:stCxn id="7349" idx="0"/>
              <a:endCxn id="735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52" name="Google Shape;7352;p83"/>
            <p:cNvCxnSpPr>
              <a:stCxn id="7351" idx="4"/>
              <a:endCxn id="735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54" name="Google Shape;7354;p83"/>
            <p:cNvCxnSpPr>
              <a:stCxn id="7353" idx="0"/>
              <a:endCxn id="735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355" name="Google Shape;7355;p8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51" name="Google Shape;7351;p8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48" name="Google Shape;7348;p8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53" name="Google Shape;7353;p8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49" name="Google Shape;7349;p8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356" name="Google Shape;7356;p83"/>
          <p:cNvGrpSpPr/>
          <p:nvPr/>
        </p:nvGrpSpPr>
        <p:grpSpPr>
          <a:xfrm>
            <a:off x="3500360" y="2682741"/>
            <a:ext cx="1570719" cy="294123"/>
            <a:chOff x="998425" y="1182125"/>
            <a:chExt cx="1065400" cy="199500"/>
          </a:xfrm>
        </p:grpSpPr>
        <p:sp>
          <p:nvSpPr>
            <p:cNvPr id="7357" name="Google Shape;7357;p8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83"/>
          <p:cNvGrpSpPr/>
          <p:nvPr/>
        </p:nvGrpSpPr>
        <p:grpSpPr>
          <a:xfrm>
            <a:off x="6843616" y="1800228"/>
            <a:ext cx="1565716" cy="366729"/>
            <a:chOff x="1247650" y="2075423"/>
            <a:chExt cx="6648477" cy="1557238"/>
          </a:xfrm>
        </p:grpSpPr>
        <p:sp>
          <p:nvSpPr>
            <p:cNvPr id="7363" name="Google Shape;7363;p8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83"/>
          <p:cNvGrpSpPr/>
          <p:nvPr/>
        </p:nvGrpSpPr>
        <p:grpSpPr>
          <a:xfrm>
            <a:off x="6827928" y="2949043"/>
            <a:ext cx="1597061" cy="663440"/>
            <a:chOff x="6796238" y="3158297"/>
            <a:chExt cx="1630319" cy="677257"/>
          </a:xfrm>
        </p:grpSpPr>
        <p:cxnSp>
          <p:nvCxnSpPr>
            <p:cNvPr id="7370" name="Google Shape;7370;p8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371" name="Google Shape;7371;p8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372" name="Google Shape;7372;p8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373" name="Google Shape;7373;p8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374" name="Google Shape;7374;p83"/>
            <p:cNvGrpSpPr/>
            <p:nvPr/>
          </p:nvGrpSpPr>
          <p:grpSpPr>
            <a:xfrm>
              <a:off x="6796238" y="3311904"/>
              <a:ext cx="1630319" cy="377697"/>
              <a:chOff x="6796238" y="3311904"/>
              <a:chExt cx="1630319" cy="377697"/>
            </a:xfrm>
          </p:grpSpPr>
          <p:sp>
            <p:nvSpPr>
              <p:cNvPr id="7375" name="Google Shape;7375;p8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8" name="Google Shape;7378;p83"/>
          <p:cNvGrpSpPr/>
          <p:nvPr/>
        </p:nvGrpSpPr>
        <p:grpSpPr>
          <a:xfrm>
            <a:off x="5349066" y="970435"/>
            <a:ext cx="1368606" cy="1593805"/>
            <a:chOff x="1839112" y="2209163"/>
            <a:chExt cx="1918159" cy="2233784"/>
          </a:xfrm>
        </p:grpSpPr>
        <p:sp>
          <p:nvSpPr>
            <p:cNvPr id="7379" name="Google Shape;7379;p8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82" name="Google Shape;7382;p83"/>
            <p:cNvCxnSpPr>
              <a:stCxn id="7379" idx="6"/>
              <a:endCxn id="738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383" name="Google Shape;7383;p83"/>
            <p:cNvCxnSpPr>
              <a:stCxn id="7380" idx="4"/>
              <a:endCxn id="738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385" name="Google Shape;7385;p83"/>
            <p:cNvCxnSpPr>
              <a:stCxn id="7384" idx="6"/>
              <a:endCxn id="738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386" name="Google Shape;7386;p83"/>
            <p:cNvCxnSpPr>
              <a:stCxn id="7381" idx="4"/>
              <a:endCxn id="738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384" name="Google Shape;7384;p8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89" name="Google Shape;7389;p83"/>
            <p:cNvCxnSpPr>
              <a:endCxn id="738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390" name="Google Shape;7390;p83"/>
          <p:cNvGrpSpPr/>
          <p:nvPr/>
        </p:nvGrpSpPr>
        <p:grpSpPr>
          <a:xfrm>
            <a:off x="3481439" y="976671"/>
            <a:ext cx="1637968" cy="154942"/>
            <a:chOff x="238125" y="2506075"/>
            <a:chExt cx="7115411" cy="673075"/>
          </a:xfrm>
        </p:grpSpPr>
        <p:sp>
          <p:nvSpPr>
            <p:cNvPr id="7391" name="Google Shape;7391;p8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83"/>
          <p:cNvGrpSpPr/>
          <p:nvPr/>
        </p:nvGrpSpPr>
        <p:grpSpPr>
          <a:xfrm>
            <a:off x="720124" y="1298269"/>
            <a:ext cx="2476762" cy="91743"/>
            <a:chOff x="1464850" y="436376"/>
            <a:chExt cx="6001362" cy="222300"/>
          </a:xfrm>
        </p:grpSpPr>
        <p:sp>
          <p:nvSpPr>
            <p:cNvPr id="7397" name="Google Shape;7397;p8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02" name="Google Shape;7402;p8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03" name="Google Shape;7403;p8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04" name="Google Shape;7404;p8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05" name="Google Shape;7405;p8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06" name="Google Shape;7406;p83"/>
          <p:cNvGrpSpPr/>
          <p:nvPr/>
        </p:nvGrpSpPr>
        <p:grpSpPr>
          <a:xfrm>
            <a:off x="706391" y="2533734"/>
            <a:ext cx="1452710" cy="651923"/>
            <a:chOff x="803162" y="2667727"/>
            <a:chExt cx="1411906" cy="633611"/>
          </a:xfrm>
        </p:grpSpPr>
        <p:cxnSp>
          <p:nvCxnSpPr>
            <p:cNvPr id="7407" name="Google Shape;7407;p83"/>
            <p:cNvCxnSpPr>
              <a:stCxn id="7408" idx="2"/>
              <a:endCxn id="740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10" name="Google Shape;7410;p83"/>
            <p:cNvCxnSpPr>
              <a:stCxn id="7411" idx="0"/>
              <a:endCxn id="740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12" name="Google Shape;7412;p83"/>
            <p:cNvCxnSpPr>
              <a:stCxn id="7411" idx="2"/>
              <a:endCxn id="741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14" name="Google Shape;7414;p83"/>
            <p:cNvCxnSpPr>
              <a:stCxn id="7415" idx="0"/>
              <a:endCxn id="741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16" name="Google Shape;7416;p83"/>
            <p:cNvCxnSpPr>
              <a:stCxn id="7409" idx="2"/>
              <a:endCxn id="741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18" name="Google Shape;7418;p83"/>
            <p:cNvCxnSpPr>
              <a:stCxn id="7419" idx="0"/>
              <a:endCxn id="740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15" name="Google Shape;7415;p8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13" name="Google Shape;7413;p8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19" name="Google Shape;7419;p8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17" name="Google Shape;7417;p8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09" name="Google Shape;7409;p8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11" name="Google Shape;7411;p8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08" name="Google Shape;7408;p8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20" name="Google Shape;7420;p83"/>
          <p:cNvGrpSpPr/>
          <p:nvPr/>
        </p:nvGrpSpPr>
        <p:grpSpPr>
          <a:xfrm>
            <a:off x="706393" y="969273"/>
            <a:ext cx="2518541" cy="209309"/>
            <a:chOff x="803163" y="1111966"/>
            <a:chExt cx="2447800" cy="203430"/>
          </a:xfrm>
        </p:grpSpPr>
        <p:grpSp>
          <p:nvGrpSpPr>
            <p:cNvPr id="7421" name="Google Shape;7421;p83"/>
            <p:cNvGrpSpPr/>
            <p:nvPr/>
          </p:nvGrpSpPr>
          <p:grpSpPr>
            <a:xfrm>
              <a:off x="1958180" y="1111966"/>
              <a:ext cx="588019" cy="121396"/>
              <a:chOff x="4808316" y="2800065"/>
              <a:chExt cx="1999386" cy="412910"/>
            </a:xfrm>
          </p:grpSpPr>
          <p:sp>
            <p:nvSpPr>
              <p:cNvPr id="7422" name="Google Shape;7422;p8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3" name="Google Shape;7423;p83"/>
              <p:cNvGrpSpPr/>
              <p:nvPr/>
            </p:nvGrpSpPr>
            <p:grpSpPr>
              <a:xfrm>
                <a:off x="4808316" y="2800065"/>
                <a:ext cx="92400" cy="411825"/>
                <a:chOff x="845575" y="2563700"/>
                <a:chExt cx="92400" cy="411825"/>
              </a:xfrm>
            </p:grpSpPr>
            <p:cxnSp>
              <p:nvCxnSpPr>
                <p:cNvPr id="7424" name="Google Shape;7424;p8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25" name="Google Shape;7425;p8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26" name="Google Shape;7426;p8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27" name="Google Shape;7427;p8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8" name="Google Shape;7428;p83"/>
            <p:cNvGrpSpPr/>
            <p:nvPr/>
          </p:nvGrpSpPr>
          <p:grpSpPr>
            <a:xfrm>
              <a:off x="803163" y="1111974"/>
              <a:ext cx="591158" cy="121545"/>
              <a:chOff x="803163" y="1111974"/>
              <a:chExt cx="591158" cy="121545"/>
            </a:xfrm>
          </p:grpSpPr>
          <p:grpSp>
            <p:nvGrpSpPr>
              <p:cNvPr id="7429" name="Google Shape;7429;p83"/>
              <p:cNvGrpSpPr/>
              <p:nvPr/>
            </p:nvGrpSpPr>
            <p:grpSpPr>
              <a:xfrm>
                <a:off x="803163" y="1111974"/>
                <a:ext cx="27175" cy="121077"/>
                <a:chOff x="845575" y="2563700"/>
                <a:chExt cx="92400" cy="411825"/>
              </a:xfrm>
            </p:grpSpPr>
            <p:cxnSp>
              <p:nvCxnSpPr>
                <p:cNvPr id="7430" name="Google Shape;7430;p8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31" name="Google Shape;7431;p8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2" name="Google Shape;7432;p8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83"/>
            <p:cNvGrpSpPr/>
            <p:nvPr/>
          </p:nvGrpSpPr>
          <p:grpSpPr>
            <a:xfrm>
              <a:off x="1381910" y="1194219"/>
              <a:ext cx="588341" cy="121177"/>
              <a:chOff x="1381910" y="1194219"/>
              <a:chExt cx="588341" cy="121177"/>
            </a:xfrm>
          </p:grpSpPr>
          <p:grpSp>
            <p:nvGrpSpPr>
              <p:cNvPr id="7434" name="Google Shape;7434;p83"/>
              <p:cNvGrpSpPr/>
              <p:nvPr/>
            </p:nvGrpSpPr>
            <p:grpSpPr>
              <a:xfrm rot="10800000">
                <a:off x="1381910" y="1194319"/>
                <a:ext cx="27175" cy="121077"/>
                <a:chOff x="2070100" y="2563700"/>
                <a:chExt cx="92400" cy="411825"/>
              </a:xfrm>
            </p:grpSpPr>
            <p:cxnSp>
              <p:nvCxnSpPr>
                <p:cNvPr id="7435" name="Google Shape;7435;p8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36" name="Google Shape;7436;p8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7" name="Google Shape;7437;p8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83"/>
            <p:cNvGrpSpPr/>
            <p:nvPr/>
          </p:nvGrpSpPr>
          <p:grpSpPr>
            <a:xfrm>
              <a:off x="2532079" y="1194219"/>
              <a:ext cx="704927" cy="121177"/>
              <a:chOff x="2532079" y="1194219"/>
              <a:chExt cx="704927" cy="121177"/>
            </a:xfrm>
          </p:grpSpPr>
          <p:grpSp>
            <p:nvGrpSpPr>
              <p:cNvPr id="7439" name="Google Shape;7439;p83"/>
              <p:cNvGrpSpPr/>
              <p:nvPr/>
            </p:nvGrpSpPr>
            <p:grpSpPr>
              <a:xfrm rot="10800000">
                <a:off x="2532079" y="1194319"/>
                <a:ext cx="27175" cy="121077"/>
                <a:chOff x="2070100" y="2563700"/>
                <a:chExt cx="92400" cy="411825"/>
              </a:xfrm>
            </p:grpSpPr>
            <p:cxnSp>
              <p:nvCxnSpPr>
                <p:cNvPr id="7440" name="Google Shape;7440;p8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41" name="Google Shape;7441;p8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2" name="Google Shape;7442;p8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3" name="Google Shape;7443;p83"/>
          <p:cNvGrpSpPr/>
          <p:nvPr/>
        </p:nvGrpSpPr>
        <p:grpSpPr>
          <a:xfrm>
            <a:off x="3499403" y="3665904"/>
            <a:ext cx="1567778" cy="491677"/>
            <a:chOff x="5194708" y="3484366"/>
            <a:chExt cx="3148148" cy="987304"/>
          </a:xfrm>
        </p:grpSpPr>
        <p:grpSp>
          <p:nvGrpSpPr>
            <p:cNvPr id="7444" name="Google Shape;7444;p83"/>
            <p:cNvGrpSpPr/>
            <p:nvPr/>
          </p:nvGrpSpPr>
          <p:grpSpPr>
            <a:xfrm>
              <a:off x="7531521" y="3484366"/>
              <a:ext cx="811335" cy="987304"/>
              <a:chOff x="3379425" y="1617275"/>
              <a:chExt cx="1090650" cy="1327200"/>
            </a:xfrm>
          </p:grpSpPr>
          <p:sp>
            <p:nvSpPr>
              <p:cNvPr id="7445" name="Google Shape;7445;p8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83"/>
            <p:cNvGrpSpPr/>
            <p:nvPr/>
          </p:nvGrpSpPr>
          <p:grpSpPr>
            <a:xfrm>
              <a:off x="6752546" y="3484366"/>
              <a:ext cx="811428" cy="987304"/>
              <a:chOff x="2332275" y="1617275"/>
              <a:chExt cx="1090775" cy="1327200"/>
            </a:xfrm>
          </p:grpSpPr>
          <p:sp>
            <p:nvSpPr>
              <p:cNvPr id="7449" name="Google Shape;7449;p8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83"/>
            <p:cNvGrpSpPr/>
            <p:nvPr/>
          </p:nvGrpSpPr>
          <p:grpSpPr>
            <a:xfrm>
              <a:off x="5973664" y="3484366"/>
              <a:ext cx="811335" cy="987304"/>
              <a:chOff x="1285250" y="1617275"/>
              <a:chExt cx="1090650" cy="1327200"/>
            </a:xfrm>
          </p:grpSpPr>
          <p:sp>
            <p:nvSpPr>
              <p:cNvPr id="7453" name="Google Shape;7453;p8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83"/>
            <p:cNvGrpSpPr/>
            <p:nvPr/>
          </p:nvGrpSpPr>
          <p:grpSpPr>
            <a:xfrm>
              <a:off x="5194708" y="3484366"/>
              <a:ext cx="811409" cy="987304"/>
              <a:chOff x="238125" y="1617275"/>
              <a:chExt cx="1090750" cy="1327200"/>
            </a:xfrm>
          </p:grpSpPr>
          <p:sp>
            <p:nvSpPr>
              <p:cNvPr id="7457" name="Google Shape;7457;p8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0" name="Google Shape;7460;p83"/>
          <p:cNvGrpSpPr/>
          <p:nvPr/>
        </p:nvGrpSpPr>
        <p:grpSpPr>
          <a:xfrm>
            <a:off x="3460012" y="3146315"/>
            <a:ext cx="1616964" cy="346256"/>
            <a:chOff x="1808063" y="4294338"/>
            <a:chExt cx="3370782" cy="721817"/>
          </a:xfrm>
        </p:grpSpPr>
        <p:sp>
          <p:nvSpPr>
            <p:cNvPr id="7461" name="Google Shape;7461;p8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83"/>
          <p:cNvGrpSpPr/>
          <p:nvPr/>
        </p:nvGrpSpPr>
        <p:grpSpPr>
          <a:xfrm>
            <a:off x="738224" y="3432344"/>
            <a:ext cx="1295882" cy="646587"/>
            <a:chOff x="834100" y="3642869"/>
            <a:chExt cx="1259483" cy="628426"/>
          </a:xfrm>
        </p:grpSpPr>
        <p:sp>
          <p:nvSpPr>
            <p:cNvPr id="7472" name="Google Shape;7472;p8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7" name="Google Shape;7497;p83"/>
            <p:cNvGrpSpPr/>
            <p:nvPr/>
          </p:nvGrpSpPr>
          <p:grpSpPr>
            <a:xfrm>
              <a:off x="1360364" y="3847835"/>
              <a:ext cx="208119" cy="224359"/>
              <a:chOff x="1360769" y="3847100"/>
              <a:chExt cx="208119" cy="224359"/>
            </a:xfrm>
          </p:grpSpPr>
          <p:sp>
            <p:nvSpPr>
              <p:cNvPr id="7498" name="Google Shape;7498;p8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8" name="Google Shape;7518;p8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83"/>
          <p:cNvGrpSpPr/>
          <p:nvPr/>
        </p:nvGrpSpPr>
        <p:grpSpPr>
          <a:xfrm rot="5400000">
            <a:off x="5951337" y="3228841"/>
            <a:ext cx="164064" cy="1414916"/>
            <a:chOff x="4428249" y="1369375"/>
            <a:chExt cx="36905" cy="429569"/>
          </a:xfrm>
        </p:grpSpPr>
        <p:sp>
          <p:nvSpPr>
            <p:cNvPr id="7533" name="Google Shape;7533;p8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83"/>
          <p:cNvGrpSpPr/>
          <p:nvPr/>
        </p:nvGrpSpPr>
        <p:grpSpPr>
          <a:xfrm flipH="1" rot="10800000">
            <a:off x="5323766" y="2817385"/>
            <a:ext cx="1419207" cy="24808"/>
            <a:chOff x="219558" y="4738465"/>
            <a:chExt cx="5852400" cy="102300"/>
          </a:xfrm>
        </p:grpSpPr>
        <p:cxnSp>
          <p:nvCxnSpPr>
            <p:cNvPr id="7566" name="Google Shape;7566;p8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567" name="Google Shape;7567;p8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83"/>
          <p:cNvGrpSpPr/>
          <p:nvPr/>
        </p:nvGrpSpPr>
        <p:grpSpPr>
          <a:xfrm>
            <a:off x="5335084" y="3190448"/>
            <a:ext cx="1396570" cy="385016"/>
            <a:chOff x="5286284" y="2966544"/>
            <a:chExt cx="1396570" cy="385016"/>
          </a:xfrm>
        </p:grpSpPr>
        <p:cxnSp>
          <p:nvCxnSpPr>
            <p:cNvPr id="7573" name="Google Shape;7573;p8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574" name="Google Shape;7574;p8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575" name="Google Shape;7575;p83"/>
            <p:cNvGrpSpPr/>
            <p:nvPr/>
          </p:nvGrpSpPr>
          <p:grpSpPr>
            <a:xfrm>
              <a:off x="5287688" y="3173364"/>
              <a:ext cx="1395166" cy="74100"/>
              <a:chOff x="5287688" y="3173364"/>
              <a:chExt cx="1395166" cy="74100"/>
            </a:xfrm>
          </p:grpSpPr>
          <p:cxnSp>
            <p:nvCxnSpPr>
              <p:cNvPr id="7576" name="Google Shape;7576;p8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577" name="Google Shape;7577;p8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578" name="Google Shape;7578;p8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79" name="Google Shape;7579;p8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80" name="Google Shape;7580;p8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81" name="Google Shape;7581;p8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82" name="Google Shape;7582;p8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83" name="Google Shape;7583;p8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584" name="Google Shape;7584;p8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585" name="Google Shape;7585;p83"/>
          <p:cNvGrpSpPr/>
          <p:nvPr/>
        </p:nvGrpSpPr>
        <p:grpSpPr>
          <a:xfrm>
            <a:off x="2021150" y="1609224"/>
            <a:ext cx="1182276" cy="662027"/>
            <a:chOff x="2029517" y="1732295"/>
            <a:chExt cx="1149068" cy="643432"/>
          </a:xfrm>
        </p:grpSpPr>
        <p:grpSp>
          <p:nvGrpSpPr>
            <p:cNvPr id="7586" name="Google Shape;7586;p83"/>
            <p:cNvGrpSpPr/>
            <p:nvPr/>
          </p:nvGrpSpPr>
          <p:grpSpPr>
            <a:xfrm>
              <a:off x="2708660" y="1746937"/>
              <a:ext cx="455427" cy="244429"/>
              <a:chOff x="2700693" y="1746937"/>
              <a:chExt cx="455427" cy="244429"/>
            </a:xfrm>
          </p:grpSpPr>
          <p:grpSp>
            <p:nvGrpSpPr>
              <p:cNvPr id="7587" name="Google Shape;7587;p83"/>
              <p:cNvGrpSpPr/>
              <p:nvPr/>
            </p:nvGrpSpPr>
            <p:grpSpPr>
              <a:xfrm>
                <a:off x="2905682" y="1782817"/>
                <a:ext cx="250438" cy="208549"/>
                <a:chOff x="2905682" y="1782817"/>
                <a:chExt cx="250438" cy="208549"/>
              </a:xfrm>
            </p:grpSpPr>
            <p:cxnSp>
              <p:nvCxnSpPr>
                <p:cNvPr id="7588" name="Google Shape;7588;p8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589" name="Google Shape;7589;p8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83"/>
              <p:cNvGrpSpPr/>
              <p:nvPr/>
            </p:nvGrpSpPr>
            <p:grpSpPr>
              <a:xfrm>
                <a:off x="2700693" y="1746937"/>
                <a:ext cx="449967" cy="72374"/>
                <a:chOff x="2700693" y="1746937"/>
                <a:chExt cx="449967" cy="72374"/>
              </a:xfrm>
            </p:grpSpPr>
            <p:cxnSp>
              <p:nvCxnSpPr>
                <p:cNvPr id="7591" name="Google Shape;7591;p8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592" name="Google Shape;7592;p8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3" name="Google Shape;7593;p83"/>
            <p:cNvGrpSpPr/>
            <p:nvPr/>
          </p:nvGrpSpPr>
          <p:grpSpPr>
            <a:xfrm>
              <a:off x="2029517" y="1732295"/>
              <a:ext cx="1149068" cy="643432"/>
              <a:chOff x="2029517" y="1732295"/>
              <a:chExt cx="1149068" cy="643432"/>
            </a:xfrm>
          </p:grpSpPr>
          <p:grpSp>
            <p:nvGrpSpPr>
              <p:cNvPr id="7594" name="Google Shape;7594;p83"/>
              <p:cNvGrpSpPr/>
              <p:nvPr/>
            </p:nvGrpSpPr>
            <p:grpSpPr>
              <a:xfrm>
                <a:off x="2703618" y="2103152"/>
                <a:ext cx="474966" cy="260017"/>
                <a:chOff x="2703618" y="2103152"/>
                <a:chExt cx="474966" cy="260017"/>
              </a:xfrm>
            </p:grpSpPr>
            <p:grpSp>
              <p:nvGrpSpPr>
                <p:cNvPr id="7595" name="Google Shape;7595;p83"/>
                <p:cNvGrpSpPr/>
                <p:nvPr/>
              </p:nvGrpSpPr>
              <p:grpSpPr>
                <a:xfrm>
                  <a:off x="2703618" y="2290640"/>
                  <a:ext cx="450291" cy="72529"/>
                  <a:chOff x="2703618" y="2290640"/>
                  <a:chExt cx="450291" cy="72529"/>
                </a:xfrm>
              </p:grpSpPr>
              <p:cxnSp>
                <p:nvCxnSpPr>
                  <p:cNvPr id="7596" name="Google Shape;7596;p8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597" name="Google Shape;7597;p8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83"/>
                <p:cNvGrpSpPr/>
                <p:nvPr/>
              </p:nvGrpSpPr>
              <p:grpSpPr>
                <a:xfrm>
                  <a:off x="2908607" y="2103152"/>
                  <a:ext cx="269977" cy="223538"/>
                  <a:chOff x="2908607" y="2103152"/>
                  <a:chExt cx="269977" cy="223538"/>
                </a:xfrm>
              </p:grpSpPr>
              <p:cxnSp>
                <p:nvCxnSpPr>
                  <p:cNvPr id="7599" name="Google Shape;7599;p8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00" name="Google Shape;7600;p8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1" name="Google Shape;7601;p83"/>
              <p:cNvGrpSpPr/>
              <p:nvPr/>
            </p:nvGrpSpPr>
            <p:grpSpPr>
              <a:xfrm>
                <a:off x="2029517" y="1732295"/>
                <a:ext cx="685827" cy="643432"/>
                <a:chOff x="2029517" y="1732295"/>
                <a:chExt cx="685827" cy="643432"/>
              </a:xfrm>
            </p:grpSpPr>
            <p:sp>
              <p:nvSpPr>
                <p:cNvPr id="7602" name="Google Shape;7602;p8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3" name="Google Shape;7603;p83"/>
                <p:cNvGrpSpPr/>
                <p:nvPr/>
              </p:nvGrpSpPr>
              <p:grpSpPr>
                <a:xfrm>
                  <a:off x="2158948" y="1732295"/>
                  <a:ext cx="556396" cy="333108"/>
                  <a:chOff x="2158948" y="1732295"/>
                  <a:chExt cx="556396" cy="333108"/>
                </a:xfrm>
              </p:grpSpPr>
              <p:cxnSp>
                <p:nvCxnSpPr>
                  <p:cNvPr id="7604" name="Google Shape;7604;p8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05" name="Google Shape;7605;p8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83"/>
                <p:cNvGrpSpPr/>
                <p:nvPr/>
              </p:nvGrpSpPr>
              <p:grpSpPr>
                <a:xfrm>
                  <a:off x="2159908" y="2065057"/>
                  <a:ext cx="550884" cy="310670"/>
                  <a:chOff x="2159908" y="2065057"/>
                  <a:chExt cx="550884" cy="310670"/>
                </a:xfrm>
              </p:grpSpPr>
              <p:cxnSp>
                <p:nvCxnSpPr>
                  <p:cNvPr id="7607" name="Google Shape;7607;p8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08" name="Google Shape;7608;p8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09" name="Google Shape;7609;p83"/>
          <p:cNvGrpSpPr/>
          <p:nvPr/>
        </p:nvGrpSpPr>
        <p:grpSpPr>
          <a:xfrm>
            <a:off x="706399" y="1556837"/>
            <a:ext cx="962651" cy="810058"/>
            <a:chOff x="844912" y="1681380"/>
            <a:chExt cx="935611" cy="787305"/>
          </a:xfrm>
        </p:grpSpPr>
        <p:grpSp>
          <p:nvGrpSpPr>
            <p:cNvPr id="7610" name="Google Shape;7610;p83"/>
            <p:cNvGrpSpPr/>
            <p:nvPr/>
          </p:nvGrpSpPr>
          <p:grpSpPr>
            <a:xfrm>
              <a:off x="844912" y="1819635"/>
              <a:ext cx="329836" cy="510016"/>
              <a:chOff x="844912" y="1819635"/>
              <a:chExt cx="329836" cy="510016"/>
            </a:xfrm>
          </p:grpSpPr>
          <p:sp>
            <p:nvSpPr>
              <p:cNvPr id="7611" name="Google Shape;7611;p8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83"/>
            <p:cNvGrpSpPr/>
            <p:nvPr/>
          </p:nvGrpSpPr>
          <p:grpSpPr>
            <a:xfrm>
              <a:off x="1284601" y="2158168"/>
              <a:ext cx="495923" cy="310517"/>
              <a:chOff x="1284601" y="2158168"/>
              <a:chExt cx="495923" cy="310517"/>
            </a:xfrm>
          </p:grpSpPr>
          <p:sp>
            <p:nvSpPr>
              <p:cNvPr id="7618" name="Google Shape;7618;p8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9" name="Google Shape;7619;p83"/>
              <p:cNvGrpSpPr/>
              <p:nvPr/>
            </p:nvGrpSpPr>
            <p:grpSpPr>
              <a:xfrm>
                <a:off x="1507666" y="2158168"/>
                <a:ext cx="272858" cy="310517"/>
                <a:chOff x="1507666" y="2158168"/>
                <a:chExt cx="272858" cy="310517"/>
              </a:xfrm>
            </p:grpSpPr>
            <p:grpSp>
              <p:nvGrpSpPr>
                <p:cNvPr id="7620" name="Google Shape;7620;p83"/>
                <p:cNvGrpSpPr/>
                <p:nvPr/>
              </p:nvGrpSpPr>
              <p:grpSpPr>
                <a:xfrm>
                  <a:off x="1507666" y="2176104"/>
                  <a:ext cx="166395" cy="273149"/>
                  <a:chOff x="1507666" y="2176104"/>
                  <a:chExt cx="166395" cy="273149"/>
                </a:xfrm>
              </p:grpSpPr>
              <p:sp>
                <p:nvSpPr>
                  <p:cNvPr id="7621" name="Google Shape;7621;p8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8" name="Google Shape;7628;p8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0" name="Google Shape;7630;p83"/>
            <p:cNvGrpSpPr/>
            <p:nvPr/>
          </p:nvGrpSpPr>
          <p:grpSpPr>
            <a:xfrm>
              <a:off x="1284601" y="1681380"/>
              <a:ext cx="495923" cy="310517"/>
              <a:chOff x="1284601" y="1681380"/>
              <a:chExt cx="495923" cy="310517"/>
            </a:xfrm>
          </p:grpSpPr>
          <p:sp>
            <p:nvSpPr>
              <p:cNvPr id="7631" name="Google Shape;7631;p8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2" name="Google Shape;7632;p83"/>
              <p:cNvGrpSpPr/>
              <p:nvPr/>
            </p:nvGrpSpPr>
            <p:grpSpPr>
              <a:xfrm>
                <a:off x="1507666" y="1681380"/>
                <a:ext cx="272858" cy="310517"/>
                <a:chOff x="1507666" y="1681380"/>
                <a:chExt cx="272858" cy="310517"/>
              </a:xfrm>
            </p:grpSpPr>
            <p:grpSp>
              <p:nvGrpSpPr>
                <p:cNvPr id="7633" name="Google Shape;7633;p83"/>
                <p:cNvGrpSpPr/>
                <p:nvPr/>
              </p:nvGrpSpPr>
              <p:grpSpPr>
                <a:xfrm>
                  <a:off x="1507666" y="1700120"/>
                  <a:ext cx="166395" cy="272984"/>
                  <a:chOff x="1507666" y="1700120"/>
                  <a:chExt cx="166395" cy="272984"/>
                </a:xfrm>
              </p:grpSpPr>
              <p:sp>
                <p:nvSpPr>
                  <p:cNvPr id="7634" name="Google Shape;7634;p8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1" name="Google Shape;7641;p8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43" name="Google Shape;7643;p83"/>
          <p:cNvGrpSpPr/>
          <p:nvPr/>
        </p:nvGrpSpPr>
        <p:grpSpPr>
          <a:xfrm>
            <a:off x="6815339" y="2324267"/>
            <a:ext cx="1622269" cy="552443"/>
            <a:chOff x="6894650" y="2574740"/>
            <a:chExt cx="1445100" cy="492111"/>
          </a:xfrm>
        </p:grpSpPr>
        <p:sp>
          <p:nvSpPr>
            <p:cNvPr id="7644" name="Google Shape;7644;p8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49" name="Google Shape;7649;p8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650" name="Google Shape;7650;p83"/>
          <p:cNvGrpSpPr/>
          <p:nvPr/>
        </p:nvGrpSpPr>
        <p:grpSpPr>
          <a:xfrm>
            <a:off x="6834882" y="3698522"/>
            <a:ext cx="1583206" cy="475705"/>
            <a:chOff x="6953919" y="3907920"/>
            <a:chExt cx="1377300" cy="475705"/>
          </a:xfrm>
        </p:grpSpPr>
        <p:cxnSp>
          <p:nvCxnSpPr>
            <p:cNvPr id="7651" name="Google Shape;7651;p8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52" name="Google Shape;7652;p8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653" name="Google Shape;7653;p8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54" name="Google Shape;7654;p8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655" name="Google Shape;7655;p8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656" name="Google Shape;7656;p83"/>
          <p:cNvGrpSpPr/>
          <p:nvPr/>
        </p:nvGrpSpPr>
        <p:grpSpPr>
          <a:xfrm>
            <a:off x="2338470" y="2459668"/>
            <a:ext cx="836286" cy="824529"/>
            <a:chOff x="2389399" y="2595741"/>
            <a:chExt cx="812796" cy="801369"/>
          </a:xfrm>
        </p:grpSpPr>
        <p:grpSp>
          <p:nvGrpSpPr>
            <p:cNvPr id="7657" name="Google Shape;7657;p83"/>
            <p:cNvGrpSpPr/>
            <p:nvPr/>
          </p:nvGrpSpPr>
          <p:grpSpPr>
            <a:xfrm>
              <a:off x="2492145" y="2881565"/>
              <a:ext cx="607300" cy="229751"/>
              <a:chOff x="2492145" y="2881565"/>
              <a:chExt cx="607300" cy="229751"/>
            </a:xfrm>
          </p:grpSpPr>
          <p:sp>
            <p:nvSpPr>
              <p:cNvPr id="7658" name="Google Shape;7658;p8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83"/>
            <p:cNvGrpSpPr/>
            <p:nvPr/>
          </p:nvGrpSpPr>
          <p:grpSpPr>
            <a:xfrm>
              <a:off x="2389399" y="2595741"/>
              <a:ext cx="812796" cy="296825"/>
              <a:chOff x="2389399" y="2595741"/>
              <a:chExt cx="812796" cy="296825"/>
            </a:xfrm>
          </p:grpSpPr>
          <p:grpSp>
            <p:nvGrpSpPr>
              <p:cNvPr id="7662" name="Google Shape;7662;p83"/>
              <p:cNvGrpSpPr/>
              <p:nvPr/>
            </p:nvGrpSpPr>
            <p:grpSpPr>
              <a:xfrm>
                <a:off x="2389399" y="2595741"/>
                <a:ext cx="363638" cy="296825"/>
                <a:chOff x="2389399" y="2595741"/>
                <a:chExt cx="363638" cy="296825"/>
              </a:xfrm>
            </p:grpSpPr>
            <p:grpSp>
              <p:nvGrpSpPr>
                <p:cNvPr id="7663" name="Google Shape;7663;p83"/>
                <p:cNvGrpSpPr/>
                <p:nvPr/>
              </p:nvGrpSpPr>
              <p:grpSpPr>
                <a:xfrm>
                  <a:off x="2493852" y="2794333"/>
                  <a:ext cx="259185" cy="98232"/>
                  <a:chOff x="2493852" y="2794333"/>
                  <a:chExt cx="259185" cy="98232"/>
                </a:xfrm>
              </p:grpSpPr>
              <p:sp>
                <p:nvSpPr>
                  <p:cNvPr id="7664" name="Google Shape;7664;p8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83"/>
                <p:cNvGrpSpPr/>
                <p:nvPr/>
              </p:nvGrpSpPr>
              <p:grpSpPr>
                <a:xfrm>
                  <a:off x="2389399" y="2595741"/>
                  <a:ext cx="224343" cy="182054"/>
                  <a:chOff x="2389399" y="2595741"/>
                  <a:chExt cx="224343" cy="182054"/>
                </a:xfrm>
              </p:grpSpPr>
              <p:sp>
                <p:nvSpPr>
                  <p:cNvPr id="7668" name="Google Shape;7668;p8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0" name="Google Shape;7670;p83"/>
              <p:cNvGrpSpPr/>
              <p:nvPr/>
            </p:nvGrpSpPr>
            <p:grpSpPr>
              <a:xfrm>
                <a:off x="2683630" y="2595741"/>
                <a:ext cx="224334" cy="296825"/>
                <a:chOff x="2683630" y="2595741"/>
                <a:chExt cx="224334" cy="296825"/>
              </a:xfrm>
            </p:grpSpPr>
            <p:grpSp>
              <p:nvGrpSpPr>
                <p:cNvPr id="7671" name="Google Shape;7671;p83"/>
                <p:cNvGrpSpPr/>
                <p:nvPr/>
              </p:nvGrpSpPr>
              <p:grpSpPr>
                <a:xfrm>
                  <a:off x="2788083" y="2794333"/>
                  <a:ext cx="15356" cy="98232"/>
                  <a:chOff x="2788083" y="2794333"/>
                  <a:chExt cx="15356" cy="98232"/>
                </a:xfrm>
              </p:grpSpPr>
              <p:sp>
                <p:nvSpPr>
                  <p:cNvPr id="7672" name="Google Shape;7672;p8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83"/>
                <p:cNvGrpSpPr/>
                <p:nvPr/>
              </p:nvGrpSpPr>
              <p:grpSpPr>
                <a:xfrm>
                  <a:off x="2683630" y="2595741"/>
                  <a:ext cx="224334" cy="182054"/>
                  <a:chOff x="2683630" y="2595741"/>
                  <a:chExt cx="224334" cy="182054"/>
                </a:xfrm>
              </p:grpSpPr>
              <p:sp>
                <p:nvSpPr>
                  <p:cNvPr id="7676" name="Google Shape;7676;p8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8" name="Google Shape;7678;p83"/>
              <p:cNvGrpSpPr/>
              <p:nvPr/>
            </p:nvGrpSpPr>
            <p:grpSpPr>
              <a:xfrm>
                <a:off x="2838475" y="2595741"/>
                <a:ext cx="363719" cy="296825"/>
                <a:chOff x="2838475" y="2595741"/>
                <a:chExt cx="363719" cy="296825"/>
              </a:xfrm>
            </p:grpSpPr>
            <p:grpSp>
              <p:nvGrpSpPr>
                <p:cNvPr id="7679" name="Google Shape;7679;p83"/>
                <p:cNvGrpSpPr/>
                <p:nvPr/>
              </p:nvGrpSpPr>
              <p:grpSpPr>
                <a:xfrm>
                  <a:off x="2838475" y="2794333"/>
                  <a:ext cx="259185" cy="98232"/>
                  <a:chOff x="2838475" y="2794333"/>
                  <a:chExt cx="259185" cy="98232"/>
                </a:xfrm>
              </p:grpSpPr>
              <p:sp>
                <p:nvSpPr>
                  <p:cNvPr id="7680" name="Google Shape;7680;p8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83"/>
                <p:cNvGrpSpPr/>
                <p:nvPr/>
              </p:nvGrpSpPr>
              <p:grpSpPr>
                <a:xfrm>
                  <a:off x="2977852" y="2595741"/>
                  <a:ext cx="224343" cy="182054"/>
                  <a:chOff x="2977852" y="2595741"/>
                  <a:chExt cx="224343" cy="182054"/>
                </a:xfrm>
              </p:grpSpPr>
              <p:sp>
                <p:nvSpPr>
                  <p:cNvPr id="7684" name="Google Shape;7684;p8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86" name="Google Shape;7686;p83"/>
            <p:cNvGrpSpPr/>
            <p:nvPr/>
          </p:nvGrpSpPr>
          <p:grpSpPr>
            <a:xfrm>
              <a:off x="2389399" y="3100241"/>
              <a:ext cx="812796" cy="296869"/>
              <a:chOff x="2389399" y="3100241"/>
              <a:chExt cx="812796" cy="296869"/>
            </a:xfrm>
          </p:grpSpPr>
          <p:grpSp>
            <p:nvGrpSpPr>
              <p:cNvPr id="7687" name="Google Shape;7687;p83"/>
              <p:cNvGrpSpPr/>
              <p:nvPr/>
            </p:nvGrpSpPr>
            <p:grpSpPr>
              <a:xfrm>
                <a:off x="2683630" y="3100241"/>
                <a:ext cx="224334" cy="296869"/>
                <a:chOff x="2683630" y="3100241"/>
                <a:chExt cx="224334" cy="296869"/>
              </a:xfrm>
            </p:grpSpPr>
            <p:grpSp>
              <p:nvGrpSpPr>
                <p:cNvPr id="7688" name="Google Shape;7688;p83"/>
                <p:cNvGrpSpPr/>
                <p:nvPr/>
              </p:nvGrpSpPr>
              <p:grpSpPr>
                <a:xfrm>
                  <a:off x="2788083" y="3100241"/>
                  <a:ext cx="15356" cy="98237"/>
                  <a:chOff x="2788083" y="3100241"/>
                  <a:chExt cx="15356" cy="98237"/>
                </a:xfrm>
              </p:grpSpPr>
              <p:sp>
                <p:nvSpPr>
                  <p:cNvPr id="7689" name="Google Shape;7689;p8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83"/>
                <p:cNvGrpSpPr/>
                <p:nvPr/>
              </p:nvGrpSpPr>
              <p:grpSpPr>
                <a:xfrm>
                  <a:off x="2683630" y="3215065"/>
                  <a:ext cx="224334" cy="182045"/>
                  <a:chOff x="2683630" y="3215065"/>
                  <a:chExt cx="224334" cy="182045"/>
                </a:xfrm>
              </p:grpSpPr>
              <p:sp>
                <p:nvSpPr>
                  <p:cNvPr id="7693" name="Google Shape;7693;p8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5" name="Google Shape;7695;p83"/>
              <p:cNvGrpSpPr/>
              <p:nvPr/>
            </p:nvGrpSpPr>
            <p:grpSpPr>
              <a:xfrm>
                <a:off x="2389399" y="3100241"/>
                <a:ext cx="363638" cy="296869"/>
                <a:chOff x="2389399" y="3100241"/>
                <a:chExt cx="363638" cy="296869"/>
              </a:xfrm>
            </p:grpSpPr>
            <p:grpSp>
              <p:nvGrpSpPr>
                <p:cNvPr id="7696" name="Google Shape;7696;p83"/>
                <p:cNvGrpSpPr/>
                <p:nvPr/>
              </p:nvGrpSpPr>
              <p:grpSpPr>
                <a:xfrm>
                  <a:off x="2493852" y="3100241"/>
                  <a:ext cx="259185" cy="98237"/>
                  <a:chOff x="2493852" y="3100241"/>
                  <a:chExt cx="259185" cy="98237"/>
                </a:xfrm>
              </p:grpSpPr>
              <p:sp>
                <p:nvSpPr>
                  <p:cNvPr id="7697" name="Google Shape;7697;p8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83"/>
                <p:cNvGrpSpPr/>
                <p:nvPr/>
              </p:nvGrpSpPr>
              <p:grpSpPr>
                <a:xfrm>
                  <a:off x="2389399" y="3215065"/>
                  <a:ext cx="224343" cy="182045"/>
                  <a:chOff x="2389399" y="3215065"/>
                  <a:chExt cx="224343" cy="182045"/>
                </a:xfrm>
              </p:grpSpPr>
              <p:sp>
                <p:nvSpPr>
                  <p:cNvPr id="7701" name="Google Shape;7701;p8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3" name="Google Shape;7703;p83"/>
              <p:cNvGrpSpPr/>
              <p:nvPr/>
            </p:nvGrpSpPr>
            <p:grpSpPr>
              <a:xfrm>
                <a:off x="2838475" y="3100241"/>
                <a:ext cx="363719" cy="296869"/>
                <a:chOff x="2838475" y="3100241"/>
                <a:chExt cx="363719" cy="296869"/>
              </a:xfrm>
            </p:grpSpPr>
            <p:grpSp>
              <p:nvGrpSpPr>
                <p:cNvPr id="7704" name="Google Shape;7704;p83"/>
                <p:cNvGrpSpPr/>
                <p:nvPr/>
              </p:nvGrpSpPr>
              <p:grpSpPr>
                <a:xfrm>
                  <a:off x="2838475" y="3100241"/>
                  <a:ext cx="259185" cy="98237"/>
                  <a:chOff x="2838475" y="3100241"/>
                  <a:chExt cx="259185" cy="98237"/>
                </a:xfrm>
              </p:grpSpPr>
              <p:sp>
                <p:nvSpPr>
                  <p:cNvPr id="7705" name="Google Shape;7705;p8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83"/>
                <p:cNvGrpSpPr/>
                <p:nvPr/>
              </p:nvGrpSpPr>
              <p:grpSpPr>
                <a:xfrm>
                  <a:off x="2977852" y="3215065"/>
                  <a:ext cx="224343" cy="182045"/>
                  <a:chOff x="2977852" y="3215065"/>
                  <a:chExt cx="224343" cy="182045"/>
                </a:xfrm>
              </p:grpSpPr>
              <p:sp>
                <p:nvSpPr>
                  <p:cNvPr id="7709" name="Google Shape;7709;p8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4" name="Shape 7714"/>
        <p:cNvGrpSpPr/>
        <p:nvPr/>
      </p:nvGrpSpPr>
      <p:grpSpPr>
        <a:xfrm>
          <a:off x="0" y="0"/>
          <a:ext cx="0" cy="0"/>
          <a:chOff x="0" y="0"/>
          <a:chExt cx="0" cy="0"/>
        </a:xfrm>
      </p:grpSpPr>
      <p:grpSp>
        <p:nvGrpSpPr>
          <p:cNvPr id="7715" name="Google Shape;7715;p84"/>
          <p:cNvGrpSpPr/>
          <p:nvPr/>
        </p:nvGrpSpPr>
        <p:grpSpPr>
          <a:xfrm>
            <a:off x="702088" y="3155922"/>
            <a:ext cx="2390414" cy="1024800"/>
            <a:chOff x="728925" y="3296613"/>
            <a:chExt cx="2390414" cy="1024800"/>
          </a:xfrm>
        </p:grpSpPr>
        <p:grpSp>
          <p:nvGrpSpPr>
            <p:cNvPr id="7716" name="Google Shape;7716;p84"/>
            <p:cNvGrpSpPr/>
            <p:nvPr/>
          </p:nvGrpSpPr>
          <p:grpSpPr>
            <a:xfrm>
              <a:off x="728925" y="3619800"/>
              <a:ext cx="2390414" cy="500893"/>
              <a:chOff x="728925" y="3619800"/>
              <a:chExt cx="2390414" cy="500893"/>
            </a:xfrm>
          </p:grpSpPr>
          <p:sp>
            <p:nvSpPr>
              <p:cNvPr id="7717" name="Google Shape;7717;p8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18" name="Google Shape;7718;p8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19" name="Google Shape;7719;p84"/>
            <p:cNvGrpSpPr/>
            <p:nvPr/>
          </p:nvGrpSpPr>
          <p:grpSpPr>
            <a:xfrm>
              <a:off x="1348050" y="3296613"/>
              <a:ext cx="1706152" cy="1024800"/>
              <a:chOff x="1348050" y="3296613"/>
              <a:chExt cx="1706152" cy="1024800"/>
            </a:xfrm>
          </p:grpSpPr>
          <p:sp>
            <p:nvSpPr>
              <p:cNvPr id="7720" name="Google Shape;7720;p8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1" name="Google Shape;7721;p8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2" name="Google Shape;7722;p8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3" name="Google Shape;7723;p8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4" name="Google Shape;7724;p8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25" name="Google Shape;7725;p84"/>
            <p:cNvGrpSpPr/>
            <p:nvPr/>
          </p:nvGrpSpPr>
          <p:grpSpPr>
            <a:xfrm>
              <a:off x="1455707" y="3654858"/>
              <a:ext cx="1491150" cy="417657"/>
              <a:chOff x="1455707" y="3654858"/>
              <a:chExt cx="1491150" cy="417657"/>
            </a:xfrm>
          </p:grpSpPr>
          <p:sp>
            <p:nvSpPr>
              <p:cNvPr id="7726" name="Google Shape;7726;p8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46" name="Google Shape;7746;p84"/>
          <p:cNvGraphicFramePr/>
          <p:nvPr/>
        </p:nvGraphicFramePr>
        <p:xfrm>
          <a:off x="5937787" y="2153834"/>
          <a:ext cx="3000000" cy="3000000"/>
        </p:xfrm>
        <a:graphic>
          <a:graphicData uri="http://schemas.openxmlformats.org/drawingml/2006/table">
            <a:tbl>
              <a:tblPr>
                <a:noFill/>
                <a:tableStyleId>{00301EAE-386E-4677-8F6F-EA3DAD3813A2}</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747" name="Google Shape;7747;p84"/>
          <p:cNvGrpSpPr/>
          <p:nvPr/>
        </p:nvGrpSpPr>
        <p:grpSpPr>
          <a:xfrm>
            <a:off x="710464" y="981599"/>
            <a:ext cx="2396505" cy="976502"/>
            <a:chOff x="749309" y="1112739"/>
            <a:chExt cx="2371603" cy="976502"/>
          </a:xfrm>
        </p:grpSpPr>
        <p:grpSp>
          <p:nvGrpSpPr>
            <p:cNvPr id="7748" name="Google Shape;7748;p84"/>
            <p:cNvGrpSpPr/>
            <p:nvPr/>
          </p:nvGrpSpPr>
          <p:grpSpPr>
            <a:xfrm>
              <a:off x="1092126" y="1112739"/>
              <a:ext cx="2028786" cy="975464"/>
              <a:chOff x="1092126" y="1112739"/>
              <a:chExt cx="2028786" cy="975464"/>
            </a:xfrm>
          </p:grpSpPr>
          <p:sp>
            <p:nvSpPr>
              <p:cNvPr id="7749" name="Google Shape;7749;p8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84"/>
            <p:cNvGrpSpPr/>
            <p:nvPr/>
          </p:nvGrpSpPr>
          <p:grpSpPr>
            <a:xfrm>
              <a:off x="749309" y="1112739"/>
              <a:ext cx="314700" cy="975464"/>
              <a:chOff x="749309" y="1112739"/>
              <a:chExt cx="314700" cy="975464"/>
            </a:xfrm>
          </p:grpSpPr>
          <p:sp>
            <p:nvSpPr>
              <p:cNvPr id="7774" name="Google Shape;7774;p8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8" name="Google Shape;7778;p8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782" name="Google Shape;7782;p84"/>
          <p:cNvGraphicFramePr/>
          <p:nvPr/>
        </p:nvGraphicFramePr>
        <p:xfrm>
          <a:off x="5937812" y="981584"/>
          <a:ext cx="3000000" cy="3000000"/>
        </p:xfrm>
        <a:graphic>
          <a:graphicData uri="http://schemas.openxmlformats.org/drawingml/2006/table">
            <a:tbl>
              <a:tblPr>
                <a:noFill/>
                <a:tableStyleId>{00301EAE-386E-4677-8F6F-EA3DAD3813A2}</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783" name="Google Shape;7783;p84"/>
          <p:cNvGraphicFramePr/>
          <p:nvPr/>
        </p:nvGraphicFramePr>
        <p:xfrm>
          <a:off x="3358675" y="2153834"/>
          <a:ext cx="3000000" cy="3000000"/>
        </p:xfrm>
        <a:graphic>
          <a:graphicData uri="http://schemas.openxmlformats.org/drawingml/2006/table">
            <a:tbl>
              <a:tblPr>
                <a:noFill/>
                <a:tableStyleId>{00301EAE-386E-4677-8F6F-EA3DAD3813A2}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784" name="Google Shape;7784;p84"/>
          <p:cNvGrpSpPr/>
          <p:nvPr/>
        </p:nvGrpSpPr>
        <p:grpSpPr>
          <a:xfrm>
            <a:off x="3360661" y="3144795"/>
            <a:ext cx="2363377" cy="1047062"/>
            <a:chOff x="3358399" y="3285485"/>
            <a:chExt cx="2363377" cy="1047062"/>
          </a:xfrm>
        </p:grpSpPr>
        <p:grpSp>
          <p:nvGrpSpPr>
            <p:cNvPr id="7785" name="Google Shape;7785;p84"/>
            <p:cNvGrpSpPr/>
            <p:nvPr/>
          </p:nvGrpSpPr>
          <p:grpSpPr>
            <a:xfrm>
              <a:off x="3358412" y="3285485"/>
              <a:ext cx="2363244" cy="139500"/>
              <a:chOff x="3358412" y="3285485"/>
              <a:chExt cx="2363244" cy="139500"/>
            </a:xfrm>
          </p:grpSpPr>
          <p:sp>
            <p:nvSpPr>
              <p:cNvPr id="7786" name="Google Shape;7786;p8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84"/>
            <p:cNvGrpSpPr/>
            <p:nvPr/>
          </p:nvGrpSpPr>
          <p:grpSpPr>
            <a:xfrm>
              <a:off x="3358412" y="3466996"/>
              <a:ext cx="2363244" cy="139500"/>
              <a:chOff x="3358412" y="3466996"/>
              <a:chExt cx="2363244" cy="139500"/>
            </a:xfrm>
          </p:grpSpPr>
          <p:sp>
            <p:nvSpPr>
              <p:cNvPr id="7792" name="Google Shape;7792;p8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84"/>
            <p:cNvGrpSpPr/>
            <p:nvPr/>
          </p:nvGrpSpPr>
          <p:grpSpPr>
            <a:xfrm>
              <a:off x="3358412" y="3648507"/>
              <a:ext cx="2363244" cy="139500"/>
              <a:chOff x="3358412" y="3648507"/>
              <a:chExt cx="2363244" cy="139500"/>
            </a:xfrm>
          </p:grpSpPr>
          <p:sp>
            <p:nvSpPr>
              <p:cNvPr id="7798" name="Google Shape;7798;p8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84"/>
            <p:cNvGrpSpPr/>
            <p:nvPr/>
          </p:nvGrpSpPr>
          <p:grpSpPr>
            <a:xfrm>
              <a:off x="3358412" y="3830018"/>
              <a:ext cx="2363244" cy="139500"/>
              <a:chOff x="3358412" y="3830018"/>
              <a:chExt cx="2363244" cy="139500"/>
            </a:xfrm>
          </p:grpSpPr>
          <p:sp>
            <p:nvSpPr>
              <p:cNvPr id="7804" name="Google Shape;7804;p8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84"/>
            <p:cNvGrpSpPr/>
            <p:nvPr/>
          </p:nvGrpSpPr>
          <p:grpSpPr>
            <a:xfrm>
              <a:off x="3358399" y="4011514"/>
              <a:ext cx="2363377" cy="139537"/>
              <a:chOff x="3294800" y="4134603"/>
              <a:chExt cx="2638876" cy="152400"/>
            </a:xfrm>
          </p:grpSpPr>
          <p:sp>
            <p:nvSpPr>
              <p:cNvPr id="7810" name="Google Shape;7810;p8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84"/>
            <p:cNvGrpSpPr/>
            <p:nvPr/>
          </p:nvGrpSpPr>
          <p:grpSpPr>
            <a:xfrm>
              <a:off x="3358399" y="4193010"/>
              <a:ext cx="2363377" cy="139537"/>
              <a:chOff x="3294800" y="4134603"/>
              <a:chExt cx="2638876" cy="152400"/>
            </a:xfrm>
          </p:grpSpPr>
          <p:sp>
            <p:nvSpPr>
              <p:cNvPr id="7816" name="Google Shape;7816;p8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21" name="Google Shape;7821;p84"/>
          <p:cNvGraphicFramePr/>
          <p:nvPr/>
        </p:nvGraphicFramePr>
        <p:xfrm>
          <a:off x="711463" y="2153834"/>
          <a:ext cx="3000000" cy="3000000"/>
        </p:xfrm>
        <a:graphic>
          <a:graphicData uri="http://schemas.openxmlformats.org/drawingml/2006/table">
            <a:tbl>
              <a:tblPr>
                <a:noFill/>
                <a:tableStyleId>{00301EAE-386E-4677-8F6F-EA3DAD3813A2}</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22" name="Google Shape;7822;p84"/>
          <p:cNvGrpSpPr/>
          <p:nvPr/>
        </p:nvGrpSpPr>
        <p:grpSpPr>
          <a:xfrm>
            <a:off x="4161132" y="2557649"/>
            <a:ext cx="1302095" cy="60959"/>
            <a:chOff x="3558802" y="4011427"/>
            <a:chExt cx="1866000" cy="111300"/>
          </a:xfrm>
        </p:grpSpPr>
        <p:sp>
          <p:nvSpPr>
            <p:cNvPr id="7823" name="Google Shape;7823;p8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84"/>
          <p:cNvGrpSpPr/>
          <p:nvPr/>
        </p:nvGrpSpPr>
        <p:grpSpPr>
          <a:xfrm>
            <a:off x="4706620" y="2839808"/>
            <a:ext cx="914340" cy="60959"/>
            <a:chOff x="3558802" y="4011427"/>
            <a:chExt cx="1866000" cy="111300"/>
          </a:xfrm>
        </p:grpSpPr>
        <p:sp>
          <p:nvSpPr>
            <p:cNvPr id="7826" name="Google Shape;7826;p8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84"/>
          <p:cNvGrpSpPr/>
          <p:nvPr/>
        </p:nvGrpSpPr>
        <p:grpSpPr>
          <a:xfrm>
            <a:off x="5871419" y="3167606"/>
            <a:ext cx="2522867" cy="1001454"/>
            <a:chOff x="1904318" y="789980"/>
            <a:chExt cx="1489472" cy="606868"/>
          </a:xfrm>
        </p:grpSpPr>
        <p:cxnSp>
          <p:nvCxnSpPr>
            <p:cNvPr id="7829" name="Google Shape;7829;p8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30" name="Google Shape;7830;p8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31" name="Google Shape;7831;p8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32" name="Google Shape;7832;p84"/>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833" name="Google Shape;7833;p84"/>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834" name="Google Shape;7834;p84"/>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835" name="Google Shape;7835;p84"/>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836" name="Google Shape;7836;p8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4"/>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843" name="Google Shape;7843;p84"/>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844" name="Google Shape;7844;p84"/>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845" name="Google Shape;7845;p8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84"/>
          <p:cNvGrpSpPr/>
          <p:nvPr/>
        </p:nvGrpSpPr>
        <p:grpSpPr>
          <a:xfrm>
            <a:off x="3355824" y="951642"/>
            <a:ext cx="2363393" cy="1005865"/>
            <a:chOff x="3292400" y="1193188"/>
            <a:chExt cx="2615240" cy="1131075"/>
          </a:xfrm>
        </p:grpSpPr>
        <p:sp>
          <p:nvSpPr>
            <p:cNvPr id="7847" name="Google Shape;7847;p8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48" name="Google Shape;7848;p8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49" name="Google Shape;7849;p8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850" name="Google Shape;7850;p8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851" name="Google Shape;7851;p8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852" name="Google Shape;7852;p8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853" name="Google Shape;7853;p8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854" name="Google Shape;7854;p8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855" name="Google Shape;7855;p8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856" name="Google Shape;7856;p8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857" name="Google Shape;7857;p8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58" name="Google Shape;7858;p8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859" name="Google Shape;7859;p8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60" name="Google Shape;7860;p8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861" name="Google Shape;7861;p84"/>
            <p:cNvGrpSpPr/>
            <p:nvPr/>
          </p:nvGrpSpPr>
          <p:grpSpPr>
            <a:xfrm>
              <a:off x="3748438" y="1378608"/>
              <a:ext cx="2159202" cy="903971"/>
              <a:chOff x="1683525" y="2179850"/>
              <a:chExt cx="4519050" cy="2134525"/>
            </a:xfrm>
          </p:grpSpPr>
          <p:sp>
            <p:nvSpPr>
              <p:cNvPr id="7862" name="Google Shape;7862;p8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3" name="Google Shape;7863;p8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4" name="Google Shape;7864;p8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5" name="Google Shape;7865;p8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6" name="Google Shape;7866;p8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7" name="Google Shape;7867;p8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8" name="Google Shape;7868;p8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9" name="Google Shape;7869;p8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0" name="Google Shape;7870;p8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1" name="Google Shape;7871;p8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2" name="Google Shape;7872;p8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3" name="Google Shape;7873;p8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7" name="Shape 7877"/>
        <p:cNvGrpSpPr/>
        <p:nvPr/>
      </p:nvGrpSpPr>
      <p:grpSpPr>
        <a:xfrm>
          <a:off x="0" y="0"/>
          <a:ext cx="0" cy="0"/>
          <a:chOff x="0" y="0"/>
          <a:chExt cx="0" cy="0"/>
        </a:xfrm>
      </p:grpSpPr>
      <p:grpSp>
        <p:nvGrpSpPr>
          <p:cNvPr id="7878" name="Google Shape;7878;p85"/>
          <p:cNvGrpSpPr/>
          <p:nvPr/>
        </p:nvGrpSpPr>
        <p:grpSpPr>
          <a:xfrm>
            <a:off x="4796690" y="970936"/>
            <a:ext cx="745431" cy="718863"/>
            <a:chOff x="4249973" y="1201875"/>
            <a:chExt cx="1958568" cy="1888762"/>
          </a:xfrm>
        </p:grpSpPr>
        <p:sp>
          <p:nvSpPr>
            <p:cNvPr id="7879" name="Google Shape;7879;p8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0" name="Google Shape;7880;p85"/>
            <p:cNvGrpSpPr/>
            <p:nvPr/>
          </p:nvGrpSpPr>
          <p:grpSpPr>
            <a:xfrm>
              <a:off x="5853086" y="1789142"/>
              <a:ext cx="355454" cy="1048099"/>
              <a:chOff x="5576108" y="2016725"/>
              <a:chExt cx="565200" cy="1666560"/>
            </a:xfrm>
          </p:grpSpPr>
          <p:sp>
            <p:nvSpPr>
              <p:cNvPr id="7881" name="Google Shape;7881;p8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82" name="Google Shape;7882;p8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85"/>
            <p:cNvGrpSpPr/>
            <p:nvPr/>
          </p:nvGrpSpPr>
          <p:grpSpPr>
            <a:xfrm>
              <a:off x="4869455" y="2691676"/>
              <a:ext cx="1013897" cy="398961"/>
              <a:chOff x="4012057" y="3451825"/>
              <a:chExt cx="1612175" cy="634379"/>
            </a:xfrm>
          </p:grpSpPr>
          <p:sp>
            <p:nvSpPr>
              <p:cNvPr id="7884" name="Google Shape;7884;p8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85" name="Google Shape;7885;p8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85"/>
            <p:cNvGrpSpPr/>
            <p:nvPr/>
          </p:nvGrpSpPr>
          <p:grpSpPr>
            <a:xfrm>
              <a:off x="4276937" y="2155961"/>
              <a:ext cx="651965" cy="891358"/>
              <a:chOff x="3069908" y="2599997"/>
              <a:chExt cx="1036675" cy="1417328"/>
            </a:xfrm>
          </p:grpSpPr>
          <p:sp>
            <p:nvSpPr>
              <p:cNvPr id="7887" name="Google Shape;7887;p8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88" name="Google Shape;7888;p8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85"/>
            <p:cNvGrpSpPr/>
            <p:nvPr/>
          </p:nvGrpSpPr>
          <p:grpSpPr>
            <a:xfrm>
              <a:off x="5054918" y="1201875"/>
              <a:ext cx="999548" cy="602711"/>
              <a:chOff x="4306958" y="1082925"/>
              <a:chExt cx="1589359" cy="958358"/>
            </a:xfrm>
          </p:grpSpPr>
          <p:sp>
            <p:nvSpPr>
              <p:cNvPr id="7890" name="Google Shape;7890;p8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91" name="Google Shape;7891;p8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85"/>
            <p:cNvGrpSpPr/>
            <p:nvPr/>
          </p:nvGrpSpPr>
          <p:grpSpPr>
            <a:xfrm>
              <a:off x="4249973" y="1303451"/>
              <a:ext cx="799317" cy="841334"/>
              <a:chOff x="3027033" y="1244439"/>
              <a:chExt cx="1270977" cy="1337786"/>
            </a:xfrm>
          </p:grpSpPr>
          <p:sp>
            <p:nvSpPr>
              <p:cNvPr id="7893" name="Google Shape;7893;p8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94" name="Google Shape;7894;p8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5" name="Google Shape;7895;p85"/>
          <p:cNvGrpSpPr/>
          <p:nvPr/>
        </p:nvGrpSpPr>
        <p:grpSpPr>
          <a:xfrm>
            <a:off x="713063" y="1849386"/>
            <a:ext cx="761767" cy="729896"/>
            <a:chOff x="2657744" y="2337745"/>
            <a:chExt cx="832987" cy="798137"/>
          </a:xfrm>
        </p:grpSpPr>
        <p:sp>
          <p:nvSpPr>
            <p:cNvPr id="7896" name="Google Shape;7896;p8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85"/>
          <p:cNvGrpSpPr/>
          <p:nvPr/>
        </p:nvGrpSpPr>
        <p:grpSpPr>
          <a:xfrm>
            <a:off x="3224027" y="1852592"/>
            <a:ext cx="685569" cy="723586"/>
            <a:chOff x="3398134" y="2057755"/>
            <a:chExt cx="704087" cy="743130"/>
          </a:xfrm>
        </p:grpSpPr>
        <p:grpSp>
          <p:nvGrpSpPr>
            <p:cNvPr id="7903" name="Google Shape;7903;p85"/>
            <p:cNvGrpSpPr/>
            <p:nvPr/>
          </p:nvGrpSpPr>
          <p:grpSpPr>
            <a:xfrm>
              <a:off x="3398134" y="2290183"/>
              <a:ext cx="315300" cy="219900"/>
              <a:chOff x="3398134" y="2290183"/>
              <a:chExt cx="315300" cy="219900"/>
            </a:xfrm>
          </p:grpSpPr>
          <p:sp>
            <p:nvSpPr>
              <p:cNvPr id="7904" name="Google Shape;7904;p8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05" name="Google Shape;7905;p85"/>
              <p:cNvCxnSpPr>
                <a:stCxn id="790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06" name="Google Shape;7906;p85"/>
            <p:cNvGrpSpPr/>
            <p:nvPr/>
          </p:nvGrpSpPr>
          <p:grpSpPr>
            <a:xfrm>
              <a:off x="3547823" y="2467358"/>
              <a:ext cx="219900" cy="333527"/>
              <a:chOff x="3547823" y="2467358"/>
              <a:chExt cx="219900" cy="333527"/>
            </a:xfrm>
          </p:grpSpPr>
          <p:sp>
            <p:nvSpPr>
              <p:cNvPr id="7907" name="Google Shape;7907;p8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08" name="Google Shape;7908;p8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09" name="Google Shape;7909;p85"/>
            <p:cNvGrpSpPr/>
            <p:nvPr/>
          </p:nvGrpSpPr>
          <p:grpSpPr>
            <a:xfrm>
              <a:off x="3734138" y="2467358"/>
              <a:ext cx="219900" cy="333527"/>
              <a:chOff x="3734138" y="2467358"/>
              <a:chExt cx="219900" cy="333527"/>
            </a:xfrm>
          </p:grpSpPr>
          <p:sp>
            <p:nvSpPr>
              <p:cNvPr id="7910" name="Google Shape;7910;p8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11" name="Google Shape;7911;p8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12" name="Google Shape;7912;p85"/>
            <p:cNvGrpSpPr/>
            <p:nvPr/>
          </p:nvGrpSpPr>
          <p:grpSpPr>
            <a:xfrm>
              <a:off x="3787560" y="2288011"/>
              <a:ext cx="314661" cy="219900"/>
              <a:chOff x="3787560" y="2288011"/>
              <a:chExt cx="314661" cy="219900"/>
            </a:xfrm>
          </p:grpSpPr>
          <p:sp>
            <p:nvSpPr>
              <p:cNvPr id="7913" name="Google Shape;7913;p8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14" name="Google Shape;7914;p8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15" name="Google Shape;7915;p85"/>
            <p:cNvGrpSpPr/>
            <p:nvPr/>
          </p:nvGrpSpPr>
          <p:grpSpPr>
            <a:xfrm>
              <a:off x="3637290" y="2057755"/>
              <a:ext cx="219900" cy="335499"/>
              <a:chOff x="3637290" y="2057755"/>
              <a:chExt cx="219900" cy="335499"/>
            </a:xfrm>
          </p:grpSpPr>
          <p:sp>
            <p:nvSpPr>
              <p:cNvPr id="7916" name="Google Shape;7916;p8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17" name="Google Shape;7917;p8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18" name="Google Shape;7918;p85"/>
          <p:cNvGrpSpPr/>
          <p:nvPr/>
        </p:nvGrpSpPr>
        <p:grpSpPr>
          <a:xfrm>
            <a:off x="4899249" y="1859288"/>
            <a:ext cx="710153" cy="710153"/>
            <a:chOff x="5007123" y="2079403"/>
            <a:chExt cx="687600" cy="687600"/>
          </a:xfrm>
        </p:grpSpPr>
        <p:sp>
          <p:nvSpPr>
            <p:cNvPr id="7919" name="Google Shape;7919;p8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85"/>
          <p:cNvGrpSpPr/>
          <p:nvPr/>
        </p:nvGrpSpPr>
        <p:grpSpPr>
          <a:xfrm>
            <a:off x="5708687" y="1853794"/>
            <a:ext cx="720998" cy="721183"/>
            <a:chOff x="5797446" y="2063053"/>
            <a:chExt cx="698100" cy="698280"/>
          </a:xfrm>
        </p:grpSpPr>
        <p:sp>
          <p:nvSpPr>
            <p:cNvPr id="7924" name="Google Shape;7924;p8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85"/>
          <p:cNvGrpSpPr/>
          <p:nvPr/>
        </p:nvGrpSpPr>
        <p:grpSpPr>
          <a:xfrm>
            <a:off x="8153834" y="3499399"/>
            <a:ext cx="280585" cy="673164"/>
            <a:chOff x="8075075" y="3754290"/>
            <a:chExt cx="255612" cy="613194"/>
          </a:xfrm>
        </p:grpSpPr>
        <p:grpSp>
          <p:nvGrpSpPr>
            <p:cNvPr id="7929" name="Google Shape;7929;p85"/>
            <p:cNvGrpSpPr/>
            <p:nvPr/>
          </p:nvGrpSpPr>
          <p:grpSpPr>
            <a:xfrm>
              <a:off x="8075075" y="3754290"/>
              <a:ext cx="255612" cy="613194"/>
              <a:chOff x="8075075" y="3754290"/>
              <a:chExt cx="255612" cy="613194"/>
            </a:xfrm>
          </p:grpSpPr>
          <p:sp>
            <p:nvSpPr>
              <p:cNvPr id="7930" name="Google Shape;7930;p8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2" name="Google Shape;7932;p8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85"/>
          <p:cNvGrpSpPr/>
          <p:nvPr/>
        </p:nvGrpSpPr>
        <p:grpSpPr>
          <a:xfrm>
            <a:off x="5270892" y="3488196"/>
            <a:ext cx="470352" cy="683745"/>
            <a:chOff x="1697726" y="3244179"/>
            <a:chExt cx="788124" cy="1146069"/>
          </a:xfrm>
        </p:grpSpPr>
        <p:sp>
          <p:nvSpPr>
            <p:cNvPr id="7934" name="Google Shape;7934;p8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6" name="Google Shape;7936;p85"/>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7" name="Google Shape;7937;p85"/>
          <p:cNvGrpSpPr/>
          <p:nvPr/>
        </p:nvGrpSpPr>
        <p:grpSpPr>
          <a:xfrm>
            <a:off x="5892043" y="3499398"/>
            <a:ext cx="293891" cy="293845"/>
            <a:chOff x="6134814" y="3754290"/>
            <a:chExt cx="293891" cy="293845"/>
          </a:xfrm>
        </p:grpSpPr>
        <p:sp>
          <p:nvSpPr>
            <p:cNvPr id="7938" name="Google Shape;7938;p8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85"/>
          <p:cNvGrpSpPr/>
          <p:nvPr/>
        </p:nvGrpSpPr>
        <p:grpSpPr>
          <a:xfrm>
            <a:off x="5892043" y="3878069"/>
            <a:ext cx="293891" cy="293891"/>
            <a:chOff x="6134814" y="4086186"/>
            <a:chExt cx="293891" cy="293891"/>
          </a:xfrm>
        </p:grpSpPr>
        <p:sp>
          <p:nvSpPr>
            <p:cNvPr id="7941" name="Google Shape;7941;p8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3" name="Google Shape;7943;p85"/>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5"/>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5" name="Google Shape;7945;p85"/>
          <p:cNvGrpSpPr/>
          <p:nvPr/>
        </p:nvGrpSpPr>
        <p:grpSpPr>
          <a:xfrm>
            <a:off x="7817018" y="2706762"/>
            <a:ext cx="622883" cy="621944"/>
            <a:chOff x="1187048" y="238125"/>
            <a:chExt cx="5256397" cy="5248476"/>
          </a:xfrm>
        </p:grpSpPr>
        <p:sp>
          <p:nvSpPr>
            <p:cNvPr id="7946" name="Google Shape;7946;p8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85"/>
          <p:cNvGrpSpPr/>
          <p:nvPr/>
        </p:nvGrpSpPr>
        <p:grpSpPr>
          <a:xfrm>
            <a:off x="2274123" y="2716370"/>
            <a:ext cx="1310987" cy="612407"/>
            <a:chOff x="238125" y="1188750"/>
            <a:chExt cx="7140450" cy="3335550"/>
          </a:xfrm>
        </p:grpSpPr>
        <p:sp>
          <p:nvSpPr>
            <p:cNvPr id="7951" name="Google Shape;7951;p8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85"/>
          <p:cNvGrpSpPr/>
          <p:nvPr/>
        </p:nvGrpSpPr>
        <p:grpSpPr>
          <a:xfrm>
            <a:off x="6599995" y="2706925"/>
            <a:ext cx="1110299" cy="621702"/>
            <a:chOff x="238125" y="1335475"/>
            <a:chExt cx="5418735" cy="3034175"/>
          </a:xfrm>
        </p:grpSpPr>
        <p:sp>
          <p:nvSpPr>
            <p:cNvPr id="7957" name="Google Shape;7957;p8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85"/>
          <p:cNvGrpSpPr/>
          <p:nvPr/>
        </p:nvGrpSpPr>
        <p:grpSpPr>
          <a:xfrm>
            <a:off x="5417655" y="2703822"/>
            <a:ext cx="1074451" cy="627181"/>
            <a:chOff x="5359127" y="2910889"/>
            <a:chExt cx="1097723" cy="640831"/>
          </a:xfrm>
        </p:grpSpPr>
        <p:grpSp>
          <p:nvGrpSpPr>
            <p:cNvPr id="7961" name="Google Shape;7961;p85"/>
            <p:cNvGrpSpPr/>
            <p:nvPr/>
          </p:nvGrpSpPr>
          <p:grpSpPr>
            <a:xfrm>
              <a:off x="5929791" y="3263088"/>
              <a:ext cx="527060" cy="287097"/>
              <a:chOff x="5929791" y="3263088"/>
              <a:chExt cx="527060" cy="287097"/>
            </a:xfrm>
          </p:grpSpPr>
          <p:sp>
            <p:nvSpPr>
              <p:cNvPr id="7962" name="Google Shape;7962;p8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63" name="Google Shape;7963;p8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64" name="Google Shape;7964;p85"/>
            <p:cNvGrpSpPr/>
            <p:nvPr/>
          </p:nvGrpSpPr>
          <p:grpSpPr>
            <a:xfrm>
              <a:off x="5359127" y="3263089"/>
              <a:ext cx="526428" cy="288631"/>
              <a:chOff x="5359127" y="3263089"/>
              <a:chExt cx="526428" cy="288631"/>
            </a:xfrm>
          </p:grpSpPr>
          <p:sp>
            <p:nvSpPr>
              <p:cNvPr id="7965" name="Google Shape;7965;p8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66" name="Google Shape;7966;p8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67" name="Google Shape;7967;p85"/>
            <p:cNvGrpSpPr/>
            <p:nvPr/>
          </p:nvGrpSpPr>
          <p:grpSpPr>
            <a:xfrm>
              <a:off x="5551525" y="2910889"/>
              <a:ext cx="520901" cy="610283"/>
              <a:chOff x="5551525" y="2910889"/>
              <a:chExt cx="520901" cy="610283"/>
            </a:xfrm>
          </p:grpSpPr>
          <p:sp>
            <p:nvSpPr>
              <p:cNvPr id="7968" name="Google Shape;7968;p8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69" name="Google Shape;7969;p8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70" name="Google Shape;7970;p85"/>
            <p:cNvGrpSpPr/>
            <p:nvPr/>
          </p:nvGrpSpPr>
          <p:grpSpPr>
            <a:xfrm>
              <a:off x="5743962" y="2919100"/>
              <a:ext cx="623674" cy="284502"/>
              <a:chOff x="5743962" y="2919100"/>
              <a:chExt cx="623674" cy="284502"/>
            </a:xfrm>
          </p:grpSpPr>
          <p:sp>
            <p:nvSpPr>
              <p:cNvPr id="7971" name="Google Shape;7971;p8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72" name="Google Shape;7972;p8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973" name="Google Shape;7973;p85"/>
          <p:cNvGrpSpPr/>
          <p:nvPr/>
        </p:nvGrpSpPr>
        <p:grpSpPr>
          <a:xfrm>
            <a:off x="7568868" y="1854534"/>
            <a:ext cx="874976" cy="719600"/>
            <a:chOff x="7608988" y="2093194"/>
            <a:chExt cx="817276" cy="672147"/>
          </a:xfrm>
        </p:grpSpPr>
        <p:cxnSp>
          <p:nvCxnSpPr>
            <p:cNvPr id="7974" name="Google Shape;7974;p8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75" name="Google Shape;7975;p8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76" name="Google Shape;7976;p8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77" name="Google Shape;7977;p8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78" name="Google Shape;7978;p8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979" name="Google Shape;7979;p8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980" name="Google Shape;7980;p85"/>
            <p:cNvGrpSpPr/>
            <p:nvPr/>
          </p:nvGrpSpPr>
          <p:grpSpPr>
            <a:xfrm>
              <a:off x="7721175" y="2093194"/>
              <a:ext cx="599587" cy="623846"/>
              <a:chOff x="7721175" y="2093194"/>
              <a:chExt cx="599587" cy="623846"/>
            </a:xfrm>
          </p:grpSpPr>
          <p:grpSp>
            <p:nvGrpSpPr>
              <p:cNvPr id="7981" name="Google Shape;7981;p85"/>
              <p:cNvGrpSpPr/>
              <p:nvPr/>
            </p:nvGrpSpPr>
            <p:grpSpPr>
              <a:xfrm>
                <a:off x="7721175" y="2093194"/>
                <a:ext cx="291605" cy="623846"/>
                <a:chOff x="9405575" y="2061418"/>
                <a:chExt cx="291605" cy="623846"/>
              </a:xfrm>
            </p:grpSpPr>
            <p:sp>
              <p:nvSpPr>
                <p:cNvPr id="7982" name="Google Shape;7982;p8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85"/>
              <p:cNvGrpSpPr/>
              <p:nvPr/>
            </p:nvGrpSpPr>
            <p:grpSpPr>
              <a:xfrm flipH="1">
                <a:off x="8029157" y="2093194"/>
                <a:ext cx="291605" cy="623846"/>
                <a:chOff x="9405575" y="2061418"/>
                <a:chExt cx="291605" cy="623846"/>
              </a:xfrm>
            </p:grpSpPr>
            <p:sp>
              <p:nvSpPr>
                <p:cNvPr id="7990" name="Google Shape;7990;p8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97" name="Google Shape;7997;p85"/>
          <p:cNvGrpSpPr/>
          <p:nvPr/>
        </p:nvGrpSpPr>
        <p:grpSpPr>
          <a:xfrm>
            <a:off x="4013304" y="970936"/>
            <a:ext cx="712557" cy="785901"/>
            <a:chOff x="4206459" y="1191441"/>
            <a:chExt cx="712557" cy="785901"/>
          </a:xfrm>
        </p:grpSpPr>
        <p:sp>
          <p:nvSpPr>
            <p:cNvPr id="7998" name="Google Shape;7998;p8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2" name="Google Shape;8002;p85"/>
            <p:cNvGrpSpPr/>
            <p:nvPr/>
          </p:nvGrpSpPr>
          <p:grpSpPr>
            <a:xfrm>
              <a:off x="4644280" y="1290523"/>
              <a:ext cx="143716" cy="29463"/>
              <a:chOff x="4644280" y="1290523"/>
              <a:chExt cx="143716" cy="29463"/>
            </a:xfrm>
          </p:grpSpPr>
          <p:sp>
            <p:nvSpPr>
              <p:cNvPr id="8003" name="Google Shape;8003;p8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85"/>
            <p:cNvGrpSpPr/>
            <p:nvPr/>
          </p:nvGrpSpPr>
          <p:grpSpPr>
            <a:xfrm>
              <a:off x="4356567" y="1191441"/>
              <a:ext cx="143690" cy="29488"/>
              <a:chOff x="4356567" y="1191441"/>
              <a:chExt cx="143690" cy="29488"/>
            </a:xfrm>
          </p:grpSpPr>
          <p:sp>
            <p:nvSpPr>
              <p:cNvPr id="8008" name="Google Shape;8008;p8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85"/>
            <p:cNvGrpSpPr/>
            <p:nvPr/>
          </p:nvGrpSpPr>
          <p:grpSpPr>
            <a:xfrm>
              <a:off x="4339009" y="1863727"/>
              <a:ext cx="143703" cy="29476"/>
              <a:chOff x="4339009" y="1863727"/>
              <a:chExt cx="143703" cy="29476"/>
            </a:xfrm>
          </p:grpSpPr>
          <p:sp>
            <p:nvSpPr>
              <p:cNvPr id="8013" name="Google Shape;8013;p8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85"/>
            <p:cNvGrpSpPr/>
            <p:nvPr/>
          </p:nvGrpSpPr>
          <p:grpSpPr>
            <a:xfrm>
              <a:off x="4206459" y="1607315"/>
              <a:ext cx="29539" cy="142899"/>
              <a:chOff x="4206459" y="1607315"/>
              <a:chExt cx="29539" cy="142899"/>
            </a:xfrm>
          </p:grpSpPr>
          <p:sp>
            <p:nvSpPr>
              <p:cNvPr id="8018" name="Google Shape;8018;p8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2" name="Google Shape;8022;p8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6" name="Google Shape;8026;p85"/>
            <p:cNvGrpSpPr/>
            <p:nvPr/>
          </p:nvGrpSpPr>
          <p:grpSpPr>
            <a:xfrm>
              <a:off x="4889463" y="1423737"/>
              <a:ext cx="29552" cy="142899"/>
              <a:chOff x="4889463" y="1423737"/>
              <a:chExt cx="29552" cy="142899"/>
            </a:xfrm>
          </p:grpSpPr>
          <p:sp>
            <p:nvSpPr>
              <p:cNvPr id="8027" name="Google Shape;8027;p8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85"/>
            <p:cNvGrpSpPr/>
            <p:nvPr/>
          </p:nvGrpSpPr>
          <p:grpSpPr>
            <a:xfrm>
              <a:off x="4771663" y="1876896"/>
              <a:ext cx="108651" cy="100447"/>
              <a:chOff x="4771663" y="1876896"/>
              <a:chExt cx="108651" cy="100447"/>
            </a:xfrm>
          </p:grpSpPr>
          <p:sp>
            <p:nvSpPr>
              <p:cNvPr id="8032" name="Google Shape;8032;p8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6" name="Google Shape;8036;p85"/>
          <p:cNvGrpSpPr/>
          <p:nvPr/>
        </p:nvGrpSpPr>
        <p:grpSpPr>
          <a:xfrm>
            <a:off x="4008780" y="1854159"/>
            <a:ext cx="791287" cy="720350"/>
            <a:chOff x="267375" y="1071875"/>
            <a:chExt cx="470500" cy="428550"/>
          </a:xfrm>
        </p:grpSpPr>
        <p:sp>
          <p:nvSpPr>
            <p:cNvPr id="8037" name="Google Shape;8037;p8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85"/>
          <p:cNvGrpSpPr/>
          <p:nvPr/>
        </p:nvGrpSpPr>
        <p:grpSpPr>
          <a:xfrm>
            <a:off x="709275" y="3498789"/>
            <a:ext cx="1408444" cy="673166"/>
            <a:chOff x="712664" y="3693287"/>
            <a:chExt cx="1460738" cy="698160"/>
          </a:xfrm>
        </p:grpSpPr>
        <p:grpSp>
          <p:nvGrpSpPr>
            <p:cNvPr id="8046" name="Google Shape;8046;p85"/>
            <p:cNvGrpSpPr/>
            <p:nvPr/>
          </p:nvGrpSpPr>
          <p:grpSpPr>
            <a:xfrm>
              <a:off x="1380079" y="4133090"/>
              <a:ext cx="234048" cy="258099"/>
              <a:chOff x="1380079" y="4133090"/>
              <a:chExt cx="234048" cy="258099"/>
            </a:xfrm>
          </p:grpSpPr>
          <p:sp>
            <p:nvSpPr>
              <p:cNvPr id="8047" name="Google Shape;8047;p8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85"/>
            <p:cNvGrpSpPr/>
            <p:nvPr/>
          </p:nvGrpSpPr>
          <p:grpSpPr>
            <a:xfrm>
              <a:off x="884610" y="3864082"/>
              <a:ext cx="1118566" cy="527275"/>
              <a:chOff x="890961" y="3865463"/>
              <a:chExt cx="1115221" cy="525698"/>
            </a:xfrm>
          </p:grpSpPr>
          <p:sp>
            <p:nvSpPr>
              <p:cNvPr id="8051" name="Google Shape;8051;p8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85"/>
            <p:cNvGrpSpPr/>
            <p:nvPr/>
          </p:nvGrpSpPr>
          <p:grpSpPr>
            <a:xfrm>
              <a:off x="712664" y="3693287"/>
              <a:ext cx="1460738" cy="698160"/>
              <a:chOff x="712664" y="3693025"/>
              <a:chExt cx="1460738" cy="698160"/>
            </a:xfrm>
          </p:grpSpPr>
          <p:sp>
            <p:nvSpPr>
              <p:cNvPr id="8055" name="Google Shape;8055;p8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1" name="Google Shape;8061;p85"/>
          <p:cNvGrpSpPr/>
          <p:nvPr/>
        </p:nvGrpSpPr>
        <p:grpSpPr>
          <a:xfrm>
            <a:off x="3146990" y="970936"/>
            <a:ext cx="795485" cy="738831"/>
            <a:chOff x="3348603" y="1236445"/>
            <a:chExt cx="749256" cy="695894"/>
          </a:xfrm>
        </p:grpSpPr>
        <p:grpSp>
          <p:nvGrpSpPr>
            <p:cNvPr id="8062" name="Google Shape;8062;p85"/>
            <p:cNvGrpSpPr/>
            <p:nvPr/>
          </p:nvGrpSpPr>
          <p:grpSpPr>
            <a:xfrm>
              <a:off x="3583779" y="1236445"/>
              <a:ext cx="293795" cy="285811"/>
              <a:chOff x="3750225" y="1774000"/>
              <a:chExt cx="149575" cy="145525"/>
            </a:xfrm>
          </p:grpSpPr>
          <p:sp>
            <p:nvSpPr>
              <p:cNvPr id="8063" name="Google Shape;8063;p8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85"/>
            <p:cNvGrpSpPr/>
            <p:nvPr/>
          </p:nvGrpSpPr>
          <p:grpSpPr>
            <a:xfrm>
              <a:off x="3775534" y="1462599"/>
              <a:ext cx="322325" cy="285958"/>
              <a:chOff x="3847850" y="1889150"/>
              <a:chExt cx="164100" cy="145600"/>
            </a:xfrm>
          </p:grpSpPr>
          <p:sp>
            <p:nvSpPr>
              <p:cNvPr id="8066" name="Google Shape;8066;p8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85"/>
            <p:cNvGrpSpPr/>
            <p:nvPr/>
          </p:nvGrpSpPr>
          <p:grpSpPr>
            <a:xfrm>
              <a:off x="3545329" y="1646528"/>
              <a:ext cx="293746" cy="285811"/>
              <a:chOff x="3730650" y="1982800"/>
              <a:chExt cx="149550" cy="145525"/>
            </a:xfrm>
          </p:grpSpPr>
          <p:sp>
            <p:nvSpPr>
              <p:cNvPr id="8069" name="Google Shape;8069;p8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85"/>
            <p:cNvGrpSpPr/>
            <p:nvPr/>
          </p:nvGrpSpPr>
          <p:grpSpPr>
            <a:xfrm>
              <a:off x="3348603" y="1415046"/>
              <a:ext cx="294384" cy="284387"/>
              <a:chOff x="3630494" y="1864938"/>
              <a:chExt cx="149875" cy="144800"/>
            </a:xfrm>
          </p:grpSpPr>
          <p:sp>
            <p:nvSpPr>
              <p:cNvPr id="8072" name="Google Shape;8072;p8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4" name="Google Shape;8074;p85"/>
          <p:cNvGrpSpPr/>
          <p:nvPr/>
        </p:nvGrpSpPr>
        <p:grpSpPr>
          <a:xfrm>
            <a:off x="2268517" y="3493832"/>
            <a:ext cx="1324924" cy="678083"/>
            <a:chOff x="2413923" y="3711366"/>
            <a:chExt cx="1374117" cy="703260"/>
          </a:xfrm>
        </p:grpSpPr>
        <p:grpSp>
          <p:nvGrpSpPr>
            <p:cNvPr id="8075" name="Google Shape;8075;p85"/>
            <p:cNvGrpSpPr/>
            <p:nvPr/>
          </p:nvGrpSpPr>
          <p:grpSpPr>
            <a:xfrm>
              <a:off x="2413923" y="3711366"/>
              <a:ext cx="1374117" cy="703260"/>
              <a:chOff x="2413923" y="3711366"/>
              <a:chExt cx="1374117" cy="703260"/>
            </a:xfrm>
          </p:grpSpPr>
          <p:sp>
            <p:nvSpPr>
              <p:cNvPr id="8076" name="Google Shape;8076;p8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7" name="Google Shape;8077;p85"/>
              <p:cNvGrpSpPr/>
              <p:nvPr/>
            </p:nvGrpSpPr>
            <p:grpSpPr>
              <a:xfrm>
                <a:off x="2600284" y="3808654"/>
                <a:ext cx="234506" cy="138009"/>
                <a:chOff x="2600284" y="3808654"/>
                <a:chExt cx="234506" cy="138009"/>
              </a:xfrm>
            </p:grpSpPr>
            <p:sp>
              <p:nvSpPr>
                <p:cNvPr id="8078" name="Google Shape;8078;p8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9" name="Google Shape;8079;p8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80" name="Google Shape;8080;p85"/>
              <p:cNvGrpSpPr/>
              <p:nvPr/>
            </p:nvGrpSpPr>
            <p:grpSpPr>
              <a:xfrm>
                <a:off x="3359659" y="3805664"/>
                <a:ext cx="232294" cy="141000"/>
                <a:chOff x="3359659" y="3805664"/>
                <a:chExt cx="232294" cy="141000"/>
              </a:xfrm>
            </p:grpSpPr>
            <p:sp>
              <p:nvSpPr>
                <p:cNvPr id="8081" name="Google Shape;8081;p8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2" name="Google Shape;8082;p8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83" name="Google Shape;8083;p85"/>
              <p:cNvGrpSpPr/>
              <p:nvPr/>
            </p:nvGrpSpPr>
            <p:grpSpPr>
              <a:xfrm>
                <a:off x="3067316" y="3711366"/>
                <a:ext cx="66900" cy="166809"/>
                <a:chOff x="3067316" y="3711366"/>
                <a:chExt cx="66900" cy="166809"/>
              </a:xfrm>
            </p:grpSpPr>
            <p:sp>
              <p:nvSpPr>
                <p:cNvPr id="8084" name="Google Shape;8084;p8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5" name="Google Shape;8085;p8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86" name="Google Shape;8086;p85"/>
              <p:cNvGrpSpPr/>
              <p:nvPr/>
            </p:nvGrpSpPr>
            <p:grpSpPr>
              <a:xfrm>
                <a:off x="2413923" y="4058666"/>
                <a:ext cx="224119" cy="66900"/>
                <a:chOff x="2413923" y="4058666"/>
                <a:chExt cx="224119" cy="66900"/>
              </a:xfrm>
            </p:grpSpPr>
            <p:sp>
              <p:nvSpPr>
                <p:cNvPr id="8087" name="Google Shape;8087;p8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8" name="Google Shape;8088;p8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89" name="Google Shape;8089;p85"/>
              <p:cNvGrpSpPr/>
              <p:nvPr/>
            </p:nvGrpSpPr>
            <p:grpSpPr>
              <a:xfrm>
                <a:off x="3564643" y="4058666"/>
                <a:ext cx="223397" cy="66900"/>
                <a:chOff x="3564643" y="4058666"/>
                <a:chExt cx="223397" cy="66900"/>
              </a:xfrm>
            </p:grpSpPr>
            <p:sp>
              <p:nvSpPr>
                <p:cNvPr id="8090" name="Google Shape;8090;p8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1" name="Google Shape;8091;p8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092" name="Google Shape;8092;p85"/>
            <p:cNvGrpSpPr/>
            <p:nvPr/>
          </p:nvGrpSpPr>
          <p:grpSpPr>
            <a:xfrm>
              <a:off x="2633353" y="3965763"/>
              <a:ext cx="933975" cy="445687"/>
              <a:chOff x="2633353" y="3965763"/>
              <a:chExt cx="933975" cy="445687"/>
            </a:xfrm>
          </p:grpSpPr>
          <p:sp>
            <p:nvSpPr>
              <p:cNvPr id="8093" name="Google Shape;8093;p8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5" name="Google Shape;8095;p85"/>
          <p:cNvGrpSpPr/>
          <p:nvPr/>
        </p:nvGrpSpPr>
        <p:grpSpPr>
          <a:xfrm>
            <a:off x="6392789" y="1044380"/>
            <a:ext cx="1131087" cy="587383"/>
            <a:chOff x="238125" y="999450"/>
            <a:chExt cx="7140700" cy="3708225"/>
          </a:xfrm>
        </p:grpSpPr>
        <p:sp>
          <p:nvSpPr>
            <p:cNvPr id="8096" name="Google Shape;8096;p8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85"/>
          <p:cNvGrpSpPr/>
          <p:nvPr/>
        </p:nvGrpSpPr>
        <p:grpSpPr>
          <a:xfrm>
            <a:off x="3744240" y="3493874"/>
            <a:ext cx="1375854" cy="678131"/>
            <a:chOff x="3913765" y="3641905"/>
            <a:chExt cx="1522805" cy="750560"/>
          </a:xfrm>
        </p:grpSpPr>
        <p:grpSp>
          <p:nvGrpSpPr>
            <p:cNvPr id="8106" name="Google Shape;8106;p85"/>
            <p:cNvGrpSpPr/>
            <p:nvPr/>
          </p:nvGrpSpPr>
          <p:grpSpPr>
            <a:xfrm>
              <a:off x="3913765" y="3997002"/>
              <a:ext cx="1522805" cy="395463"/>
              <a:chOff x="3913765" y="3997002"/>
              <a:chExt cx="1522805" cy="395463"/>
            </a:xfrm>
          </p:grpSpPr>
          <p:grpSp>
            <p:nvGrpSpPr>
              <p:cNvPr id="8107" name="Google Shape;8107;p85"/>
              <p:cNvGrpSpPr/>
              <p:nvPr/>
            </p:nvGrpSpPr>
            <p:grpSpPr>
              <a:xfrm>
                <a:off x="3913765" y="4138659"/>
                <a:ext cx="507602" cy="253806"/>
                <a:chOff x="3913765" y="4138659"/>
                <a:chExt cx="507602" cy="253806"/>
              </a:xfrm>
            </p:grpSpPr>
            <p:sp>
              <p:nvSpPr>
                <p:cNvPr id="8108" name="Google Shape;8108;p8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10" name="Google Shape;8110;p85"/>
              <p:cNvGrpSpPr/>
              <p:nvPr/>
            </p:nvGrpSpPr>
            <p:grpSpPr>
              <a:xfrm>
                <a:off x="4421361" y="3997002"/>
                <a:ext cx="507618" cy="395463"/>
                <a:chOff x="4421361" y="3997002"/>
                <a:chExt cx="507618" cy="395463"/>
              </a:xfrm>
            </p:grpSpPr>
            <p:sp>
              <p:nvSpPr>
                <p:cNvPr id="8111" name="Google Shape;8111;p8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85"/>
              <p:cNvGrpSpPr/>
              <p:nvPr/>
            </p:nvGrpSpPr>
            <p:grpSpPr>
              <a:xfrm>
                <a:off x="4928973" y="4189418"/>
                <a:ext cx="507596" cy="203047"/>
                <a:chOff x="4928973" y="4189418"/>
                <a:chExt cx="507596" cy="203047"/>
              </a:xfrm>
            </p:grpSpPr>
            <p:sp>
              <p:nvSpPr>
                <p:cNvPr id="8114" name="Google Shape;8114;p8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6" name="Google Shape;8116;p85"/>
            <p:cNvGrpSpPr/>
            <p:nvPr/>
          </p:nvGrpSpPr>
          <p:grpSpPr>
            <a:xfrm>
              <a:off x="4482186" y="3641905"/>
              <a:ext cx="397605" cy="349784"/>
              <a:chOff x="2906375" y="1159725"/>
              <a:chExt cx="1860575" cy="1636800"/>
            </a:xfrm>
          </p:grpSpPr>
          <p:sp>
            <p:nvSpPr>
              <p:cNvPr id="8117" name="Google Shape;8117;p8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1" name="Google Shape;8121;p85"/>
          <p:cNvGrpSpPr/>
          <p:nvPr/>
        </p:nvGrpSpPr>
        <p:grpSpPr>
          <a:xfrm>
            <a:off x="6528949" y="1853801"/>
            <a:ext cx="940737" cy="721067"/>
            <a:chOff x="6599718" y="2068734"/>
            <a:chExt cx="940737" cy="721067"/>
          </a:xfrm>
        </p:grpSpPr>
        <p:sp>
          <p:nvSpPr>
            <p:cNvPr id="8122" name="Google Shape;8122;p8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8" name="Google Shape;8128;p85"/>
            <p:cNvGrpSpPr/>
            <p:nvPr/>
          </p:nvGrpSpPr>
          <p:grpSpPr>
            <a:xfrm>
              <a:off x="6836957" y="2068734"/>
              <a:ext cx="461892" cy="721067"/>
              <a:chOff x="6836957" y="2068734"/>
              <a:chExt cx="461892" cy="721067"/>
            </a:xfrm>
          </p:grpSpPr>
          <p:sp>
            <p:nvSpPr>
              <p:cNvPr id="8129" name="Google Shape;8129;p8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5" name="Google Shape;8135;p85"/>
              <p:cNvGrpSpPr/>
              <p:nvPr/>
            </p:nvGrpSpPr>
            <p:grpSpPr>
              <a:xfrm>
                <a:off x="6836957" y="2068734"/>
                <a:ext cx="461892" cy="721067"/>
                <a:chOff x="6836957" y="2068734"/>
                <a:chExt cx="461892" cy="721067"/>
              </a:xfrm>
            </p:grpSpPr>
            <p:sp>
              <p:nvSpPr>
                <p:cNvPr id="8136" name="Google Shape;8136;p8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43" name="Google Shape;8143;p85"/>
          <p:cNvGrpSpPr/>
          <p:nvPr/>
        </p:nvGrpSpPr>
        <p:grpSpPr>
          <a:xfrm>
            <a:off x="2412267" y="1858147"/>
            <a:ext cx="712577" cy="712374"/>
            <a:chOff x="2559249" y="2069323"/>
            <a:chExt cx="685566" cy="685634"/>
          </a:xfrm>
        </p:grpSpPr>
        <p:sp>
          <p:nvSpPr>
            <p:cNvPr id="8144" name="Google Shape;8144;p8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85"/>
          <p:cNvGrpSpPr/>
          <p:nvPr/>
        </p:nvGrpSpPr>
        <p:grpSpPr>
          <a:xfrm>
            <a:off x="7594705" y="970936"/>
            <a:ext cx="845645" cy="711911"/>
            <a:chOff x="951975" y="315800"/>
            <a:chExt cx="5860325" cy="4933550"/>
          </a:xfrm>
        </p:grpSpPr>
        <p:sp>
          <p:nvSpPr>
            <p:cNvPr id="8158" name="Google Shape;8158;p8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85"/>
          <p:cNvGrpSpPr/>
          <p:nvPr/>
        </p:nvGrpSpPr>
        <p:grpSpPr>
          <a:xfrm>
            <a:off x="3691834" y="2707045"/>
            <a:ext cx="1617932" cy="621724"/>
            <a:chOff x="3862800" y="3038525"/>
            <a:chExt cx="1329006" cy="510698"/>
          </a:xfrm>
        </p:grpSpPr>
        <p:sp>
          <p:nvSpPr>
            <p:cNvPr id="8167" name="Google Shape;8167;p8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9" name="Google Shape;8169;p85"/>
            <p:cNvGrpSpPr/>
            <p:nvPr/>
          </p:nvGrpSpPr>
          <p:grpSpPr>
            <a:xfrm>
              <a:off x="3967075" y="3040337"/>
              <a:ext cx="1019927" cy="402126"/>
              <a:chOff x="3967075" y="3040337"/>
              <a:chExt cx="1019927" cy="402126"/>
            </a:xfrm>
          </p:grpSpPr>
          <p:sp>
            <p:nvSpPr>
              <p:cNvPr id="8170" name="Google Shape;8170;p8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85"/>
            <p:cNvGrpSpPr/>
            <p:nvPr/>
          </p:nvGrpSpPr>
          <p:grpSpPr>
            <a:xfrm>
              <a:off x="4186700" y="3040337"/>
              <a:ext cx="390475" cy="183289"/>
              <a:chOff x="4186700" y="3040337"/>
              <a:chExt cx="390475" cy="183289"/>
            </a:xfrm>
          </p:grpSpPr>
          <p:sp>
            <p:nvSpPr>
              <p:cNvPr id="8173" name="Google Shape;8173;p8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85"/>
            <p:cNvGrpSpPr/>
            <p:nvPr/>
          </p:nvGrpSpPr>
          <p:grpSpPr>
            <a:xfrm>
              <a:off x="4073727" y="3040337"/>
              <a:ext cx="697794" cy="296263"/>
              <a:chOff x="4073727" y="3040337"/>
              <a:chExt cx="697794" cy="296263"/>
            </a:xfrm>
          </p:grpSpPr>
          <p:sp>
            <p:nvSpPr>
              <p:cNvPr id="8176" name="Google Shape;8176;p8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85"/>
            <p:cNvGrpSpPr/>
            <p:nvPr/>
          </p:nvGrpSpPr>
          <p:grpSpPr>
            <a:xfrm>
              <a:off x="3862800" y="3038525"/>
              <a:ext cx="1329006" cy="510698"/>
              <a:chOff x="3862800" y="3038525"/>
              <a:chExt cx="1329006" cy="510698"/>
            </a:xfrm>
          </p:grpSpPr>
          <p:sp>
            <p:nvSpPr>
              <p:cNvPr id="8179" name="Google Shape;8179;p8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1" name="Google Shape;8181;p85"/>
          <p:cNvGrpSpPr/>
          <p:nvPr/>
        </p:nvGrpSpPr>
        <p:grpSpPr>
          <a:xfrm>
            <a:off x="700156" y="970936"/>
            <a:ext cx="883205" cy="775176"/>
            <a:chOff x="649648" y="271400"/>
            <a:chExt cx="6215377" cy="5455143"/>
          </a:xfrm>
        </p:grpSpPr>
        <p:sp>
          <p:nvSpPr>
            <p:cNvPr id="8182" name="Google Shape;8182;p8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85"/>
          <p:cNvGrpSpPr/>
          <p:nvPr/>
        </p:nvGrpSpPr>
        <p:grpSpPr>
          <a:xfrm>
            <a:off x="2308457" y="970936"/>
            <a:ext cx="767704" cy="815489"/>
            <a:chOff x="2499700" y="1135950"/>
            <a:chExt cx="732402" cy="777990"/>
          </a:xfrm>
        </p:grpSpPr>
        <p:grpSp>
          <p:nvGrpSpPr>
            <p:cNvPr id="8195" name="Google Shape;8195;p85"/>
            <p:cNvGrpSpPr/>
            <p:nvPr/>
          </p:nvGrpSpPr>
          <p:grpSpPr>
            <a:xfrm>
              <a:off x="2499700" y="1135950"/>
              <a:ext cx="732402" cy="694705"/>
              <a:chOff x="2499700" y="1135950"/>
              <a:chExt cx="732402" cy="694705"/>
            </a:xfrm>
          </p:grpSpPr>
          <p:sp>
            <p:nvSpPr>
              <p:cNvPr id="8196" name="Google Shape;8196;p8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85"/>
            <p:cNvGrpSpPr/>
            <p:nvPr/>
          </p:nvGrpSpPr>
          <p:grpSpPr>
            <a:xfrm>
              <a:off x="2517909" y="1188726"/>
              <a:ext cx="702702" cy="725214"/>
              <a:chOff x="2517909" y="1188726"/>
              <a:chExt cx="702702" cy="725214"/>
            </a:xfrm>
          </p:grpSpPr>
          <p:sp>
            <p:nvSpPr>
              <p:cNvPr id="8224" name="Google Shape;8224;p8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29" name="Google Shape;8229;p85"/>
          <p:cNvGrpSpPr/>
          <p:nvPr/>
        </p:nvGrpSpPr>
        <p:grpSpPr>
          <a:xfrm>
            <a:off x="1654189" y="970936"/>
            <a:ext cx="583439" cy="870229"/>
            <a:chOff x="1716825" y="1121550"/>
            <a:chExt cx="622800" cy="928938"/>
          </a:xfrm>
        </p:grpSpPr>
        <p:grpSp>
          <p:nvGrpSpPr>
            <p:cNvPr id="8230" name="Google Shape;8230;p85"/>
            <p:cNvGrpSpPr/>
            <p:nvPr/>
          </p:nvGrpSpPr>
          <p:grpSpPr>
            <a:xfrm>
              <a:off x="1716825" y="1121550"/>
              <a:ext cx="622800" cy="928938"/>
              <a:chOff x="1716825" y="1121550"/>
              <a:chExt cx="622800" cy="928938"/>
            </a:xfrm>
          </p:grpSpPr>
          <p:cxnSp>
            <p:nvCxnSpPr>
              <p:cNvPr id="8231" name="Google Shape;8231;p8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32" name="Google Shape;8232;p8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85"/>
            <p:cNvGrpSpPr/>
            <p:nvPr/>
          </p:nvGrpSpPr>
          <p:grpSpPr>
            <a:xfrm>
              <a:off x="1768050" y="1172775"/>
              <a:ext cx="520200" cy="832000"/>
              <a:chOff x="1768050" y="1172775"/>
              <a:chExt cx="520200" cy="832000"/>
            </a:xfrm>
          </p:grpSpPr>
          <p:cxnSp>
            <p:nvCxnSpPr>
              <p:cNvPr id="8234" name="Google Shape;8234;p8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35" name="Google Shape;8235;p8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85"/>
            <p:cNvGrpSpPr/>
            <p:nvPr/>
          </p:nvGrpSpPr>
          <p:grpSpPr>
            <a:xfrm>
              <a:off x="1820100" y="1225475"/>
              <a:ext cx="416400" cy="729575"/>
              <a:chOff x="1820100" y="1225475"/>
              <a:chExt cx="416400" cy="729575"/>
            </a:xfrm>
          </p:grpSpPr>
          <p:cxnSp>
            <p:nvCxnSpPr>
              <p:cNvPr id="8237" name="Google Shape;8237;p8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238" name="Google Shape;8238;p8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85"/>
            <p:cNvGrpSpPr/>
            <p:nvPr/>
          </p:nvGrpSpPr>
          <p:grpSpPr>
            <a:xfrm>
              <a:off x="1874250" y="1278825"/>
              <a:ext cx="308100" cy="605275"/>
              <a:chOff x="1874250" y="1278825"/>
              <a:chExt cx="308100" cy="605275"/>
            </a:xfrm>
          </p:grpSpPr>
          <p:cxnSp>
            <p:nvCxnSpPr>
              <p:cNvPr id="8240" name="Google Shape;8240;p8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241" name="Google Shape;8241;p8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2" name="Google Shape;8242;p8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85"/>
          <p:cNvGrpSpPr/>
          <p:nvPr/>
        </p:nvGrpSpPr>
        <p:grpSpPr>
          <a:xfrm>
            <a:off x="1574012" y="1857258"/>
            <a:ext cx="739072" cy="714152"/>
            <a:chOff x="4334725" y="1355875"/>
            <a:chExt cx="3106650" cy="3001900"/>
          </a:xfrm>
        </p:grpSpPr>
        <p:grpSp>
          <p:nvGrpSpPr>
            <p:cNvPr id="8244" name="Google Shape;8244;p85"/>
            <p:cNvGrpSpPr/>
            <p:nvPr/>
          </p:nvGrpSpPr>
          <p:grpSpPr>
            <a:xfrm>
              <a:off x="4516050" y="1724875"/>
              <a:ext cx="2693725" cy="2632900"/>
              <a:chOff x="4516050" y="1724875"/>
              <a:chExt cx="2693725" cy="2632900"/>
            </a:xfrm>
          </p:grpSpPr>
          <p:sp>
            <p:nvSpPr>
              <p:cNvPr id="8245" name="Google Shape;8245;p8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85"/>
            <p:cNvGrpSpPr/>
            <p:nvPr/>
          </p:nvGrpSpPr>
          <p:grpSpPr>
            <a:xfrm>
              <a:off x="4334725" y="1355875"/>
              <a:ext cx="3106650" cy="2709650"/>
              <a:chOff x="4334725" y="1355875"/>
              <a:chExt cx="3106650" cy="2709650"/>
            </a:xfrm>
          </p:grpSpPr>
          <p:sp>
            <p:nvSpPr>
              <p:cNvPr id="8249" name="Google Shape;8249;p8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2" name="Google Shape;8252;p85"/>
          <p:cNvGrpSpPr/>
          <p:nvPr/>
        </p:nvGrpSpPr>
        <p:grpSpPr>
          <a:xfrm>
            <a:off x="7690961" y="3488029"/>
            <a:ext cx="312074" cy="684173"/>
            <a:chOff x="7645573" y="3754300"/>
            <a:chExt cx="293855" cy="644170"/>
          </a:xfrm>
        </p:grpSpPr>
        <p:sp>
          <p:nvSpPr>
            <p:cNvPr id="8253" name="Google Shape;8253;p8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85"/>
          <p:cNvGrpSpPr/>
          <p:nvPr/>
        </p:nvGrpSpPr>
        <p:grpSpPr>
          <a:xfrm>
            <a:off x="5612949" y="970936"/>
            <a:ext cx="709011" cy="739359"/>
            <a:chOff x="5830645" y="1256617"/>
            <a:chExt cx="530340" cy="553040"/>
          </a:xfrm>
        </p:grpSpPr>
        <p:grpSp>
          <p:nvGrpSpPr>
            <p:cNvPr id="8256" name="Google Shape;8256;p85"/>
            <p:cNvGrpSpPr/>
            <p:nvPr/>
          </p:nvGrpSpPr>
          <p:grpSpPr>
            <a:xfrm>
              <a:off x="5830645" y="1256617"/>
              <a:ext cx="259743" cy="269909"/>
              <a:chOff x="5830645" y="1256617"/>
              <a:chExt cx="259743" cy="269909"/>
            </a:xfrm>
          </p:grpSpPr>
          <p:sp>
            <p:nvSpPr>
              <p:cNvPr id="8257" name="Google Shape;8257;p8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85"/>
            <p:cNvGrpSpPr/>
            <p:nvPr/>
          </p:nvGrpSpPr>
          <p:grpSpPr>
            <a:xfrm>
              <a:off x="6101293" y="1256617"/>
              <a:ext cx="259692" cy="269909"/>
              <a:chOff x="6101293" y="1256617"/>
              <a:chExt cx="259692" cy="269909"/>
            </a:xfrm>
          </p:grpSpPr>
          <p:sp>
            <p:nvSpPr>
              <p:cNvPr id="8260" name="Google Shape;8260;p8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85"/>
            <p:cNvGrpSpPr/>
            <p:nvPr/>
          </p:nvGrpSpPr>
          <p:grpSpPr>
            <a:xfrm>
              <a:off x="5830645" y="1539749"/>
              <a:ext cx="259692" cy="269909"/>
              <a:chOff x="5830645" y="1539749"/>
              <a:chExt cx="259692" cy="269909"/>
            </a:xfrm>
          </p:grpSpPr>
          <p:sp>
            <p:nvSpPr>
              <p:cNvPr id="8263" name="Google Shape;8263;p8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85"/>
            <p:cNvGrpSpPr/>
            <p:nvPr/>
          </p:nvGrpSpPr>
          <p:grpSpPr>
            <a:xfrm>
              <a:off x="6101293" y="1539749"/>
              <a:ext cx="259692" cy="269909"/>
              <a:chOff x="6101293" y="1539749"/>
              <a:chExt cx="259692" cy="269909"/>
            </a:xfrm>
          </p:grpSpPr>
          <p:sp>
            <p:nvSpPr>
              <p:cNvPr id="8266" name="Google Shape;8266;p8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8" name="Google Shape;8268;p8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85"/>
          <p:cNvGrpSpPr/>
          <p:nvPr/>
        </p:nvGrpSpPr>
        <p:grpSpPr>
          <a:xfrm>
            <a:off x="714444" y="2707052"/>
            <a:ext cx="1452955" cy="621360"/>
            <a:chOff x="732422" y="2990152"/>
            <a:chExt cx="1337773" cy="572102"/>
          </a:xfrm>
        </p:grpSpPr>
        <p:sp>
          <p:nvSpPr>
            <p:cNvPr id="8270" name="Google Shape;8270;p8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79" name="Shape 8279"/>
        <p:cNvGrpSpPr/>
        <p:nvPr/>
      </p:nvGrpSpPr>
      <p:grpSpPr>
        <a:xfrm>
          <a:off x="0" y="0"/>
          <a:ext cx="0" cy="0"/>
          <a:chOff x="0" y="0"/>
          <a:chExt cx="0" cy="0"/>
        </a:xfrm>
      </p:grpSpPr>
      <p:grpSp>
        <p:nvGrpSpPr>
          <p:cNvPr id="8280" name="Google Shape;8280;p86"/>
          <p:cNvGrpSpPr/>
          <p:nvPr/>
        </p:nvGrpSpPr>
        <p:grpSpPr>
          <a:xfrm>
            <a:off x="708579" y="965872"/>
            <a:ext cx="1636117" cy="1526144"/>
            <a:chOff x="729238" y="1179665"/>
            <a:chExt cx="1636117" cy="1526144"/>
          </a:xfrm>
        </p:grpSpPr>
        <p:grpSp>
          <p:nvGrpSpPr>
            <p:cNvPr id="8281" name="Google Shape;8281;p86"/>
            <p:cNvGrpSpPr/>
            <p:nvPr/>
          </p:nvGrpSpPr>
          <p:grpSpPr>
            <a:xfrm>
              <a:off x="729238" y="1179665"/>
              <a:ext cx="80700" cy="1526144"/>
              <a:chOff x="729238" y="1179665"/>
              <a:chExt cx="80700" cy="1526144"/>
            </a:xfrm>
          </p:grpSpPr>
          <p:sp>
            <p:nvSpPr>
              <p:cNvPr id="8282" name="Google Shape;8282;p8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86"/>
            <p:cNvGrpSpPr/>
            <p:nvPr/>
          </p:nvGrpSpPr>
          <p:grpSpPr>
            <a:xfrm>
              <a:off x="903098" y="1179665"/>
              <a:ext cx="80700" cy="1526144"/>
              <a:chOff x="903098" y="1179665"/>
              <a:chExt cx="80700" cy="1526144"/>
            </a:xfrm>
          </p:grpSpPr>
          <p:sp>
            <p:nvSpPr>
              <p:cNvPr id="8293" name="Google Shape;8293;p8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86"/>
            <p:cNvGrpSpPr/>
            <p:nvPr/>
          </p:nvGrpSpPr>
          <p:grpSpPr>
            <a:xfrm>
              <a:off x="1076958" y="1179665"/>
              <a:ext cx="80700" cy="1526144"/>
              <a:chOff x="1076958" y="1179665"/>
              <a:chExt cx="80700" cy="1526144"/>
            </a:xfrm>
          </p:grpSpPr>
          <p:sp>
            <p:nvSpPr>
              <p:cNvPr id="8304" name="Google Shape;8304;p8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86"/>
            <p:cNvGrpSpPr/>
            <p:nvPr/>
          </p:nvGrpSpPr>
          <p:grpSpPr>
            <a:xfrm>
              <a:off x="1247707" y="1179665"/>
              <a:ext cx="80700" cy="1526144"/>
              <a:chOff x="1247707" y="1179665"/>
              <a:chExt cx="80700" cy="1526144"/>
            </a:xfrm>
          </p:grpSpPr>
          <p:sp>
            <p:nvSpPr>
              <p:cNvPr id="8315" name="Google Shape;8315;p8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86"/>
            <p:cNvGrpSpPr/>
            <p:nvPr/>
          </p:nvGrpSpPr>
          <p:grpSpPr>
            <a:xfrm>
              <a:off x="1421567" y="1179665"/>
              <a:ext cx="80700" cy="1526144"/>
              <a:chOff x="1421567" y="1179665"/>
              <a:chExt cx="80700" cy="1526144"/>
            </a:xfrm>
          </p:grpSpPr>
          <p:sp>
            <p:nvSpPr>
              <p:cNvPr id="8326" name="Google Shape;8326;p8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86"/>
            <p:cNvGrpSpPr/>
            <p:nvPr/>
          </p:nvGrpSpPr>
          <p:grpSpPr>
            <a:xfrm>
              <a:off x="1592327" y="1179665"/>
              <a:ext cx="80700" cy="1526144"/>
              <a:chOff x="1592327" y="1179665"/>
              <a:chExt cx="80700" cy="1526144"/>
            </a:xfrm>
          </p:grpSpPr>
          <p:sp>
            <p:nvSpPr>
              <p:cNvPr id="8337" name="Google Shape;8337;p8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86"/>
            <p:cNvGrpSpPr/>
            <p:nvPr/>
          </p:nvGrpSpPr>
          <p:grpSpPr>
            <a:xfrm>
              <a:off x="1766187" y="1179665"/>
              <a:ext cx="80700" cy="1526144"/>
              <a:chOff x="1766187" y="1179665"/>
              <a:chExt cx="80700" cy="1526144"/>
            </a:xfrm>
          </p:grpSpPr>
          <p:sp>
            <p:nvSpPr>
              <p:cNvPr id="8348" name="Google Shape;8348;p8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86"/>
            <p:cNvGrpSpPr/>
            <p:nvPr/>
          </p:nvGrpSpPr>
          <p:grpSpPr>
            <a:xfrm>
              <a:off x="1936935" y="1179665"/>
              <a:ext cx="80700" cy="1526144"/>
              <a:chOff x="1936935" y="1179665"/>
              <a:chExt cx="80700" cy="1526144"/>
            </a:xfrm>
          </p:grpSpPr>
          <p:sp>
            <p:nvSpPr>
              <p:cNvPr id="8359" name="Google Shape;8359;p8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86"/>
            <p:cNvGrpSpPr/>
            <p:nvPr/>
          </p:nvGrpSpPr>
          <p:grpSpPr>
            <a:xfrm>
              <a:off x="2110795" y="1179665"/>
              <a:ext cx="80700" cy="1526144"/>
              <a:chOff x="2110795" y="1179665"/>
              <a:chExt cx="80700" cy="1526144"/>
            </a:xfrm>
          </p:grpSpPr>
          <p:sp>
            <p:nvSpPr>
              <p:cNvPr id="8370" name="Google Shape;8370;p8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86"/>
            <p:cNvGrpSpPr/>
            <p:nvPr/>
          </p:nvGrpSpPr>
          <p:grpSpPr>
            <a:xfrm>
              <a:off x="2284655" y="1179665"/>
              <a:ext cx="80700" cy="1526144"/>
              <a:chOff x="2284655" y="1179665"/>
              <a:chExt cx="80700" cy="1526144"/>
            </a:xfrm>
          </p:grpSpPr>
          <p:sp>
            <p:nvSpPr>
              <p:cNvPr id="8381" name="Google Shape;8381;p8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1" name="Google Shape;8391;p86"/>
          <p:cNvGrpSpPr/>
          <p:nvPr/>
        </p:nvGrpSpPr>
        <p:grpSpPr>
          <a:xfrm>
            <a:off x="2603245" y="985011"/>
            <a:ext cx="1364248" cy="1102133"/>
            <a:chOff x="2623904" y="1198803"/>
            <a:chExt cx="1364248" cy="1102133"/>
          </a:xfrm>
        </p:grpSpPr>
        <p:grpSp>
          <p:nvGrpSpPr>
            <p:cNvPr id="8392" name="Google Shape;8392;p86"/>
            <p:cNvGrpSpPr/>
            <p:nvPr/>
          </p:nvGrpSpPr>
          <p:grpSpPr>
            <a:xfrm>
              <a:off x="2623907" y="1198803"/>
              <a:ext cx="1364245" cy="273000"/>
              <a:chOff x="2623907" y="1198803"/>
              <a:chExt cx="1364245" cy="273000"/>
            </a:xfrm>
          </p:grpSpPr>
          <p:sp>
            <p:nvSpPr>
              <p:cNvPr id="8393" name="Google Shape;8393;p8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86"/>
            <p:cNvGrpSpPr/>
            <p:nvPr/>
          </p:nvGrpSpPr>
          <p:grpSpPr>
            <a:xfrm>
              <a:off x="2623904" y="1476964"/>
              <a:ext cx="1364245" cy="273000"/>
              <a:chOff x="2623904" y="1476964"/>
              <a:chExt cx="1364245" cy="273000"/>
            </a:xfrm>
          </p:grpSpPr>
          <p:sp>
            <p:nvSpPr>
              <p:cNvPr id="8399" name="Google Shape;8399;p8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86"/>
            <p:cNvGrpSpPr/>
            <p:nvPr/>
          </p:nvGrpSpPr>
          <p:grpSpPr>
            <a:xfrm>
              <a:off x="2623907" y="1749775"/>
              <a:ext cx="1364245" cy="273000"/>
              <a:chOff x="2623907" y="1749775"/>
              <a:chExt cx="1364245" cy="273000"/>
            </a:xfrm>
          </p:grpSpPr>
          <p:sp>
            <p:nvSpPr>
              <p:cNvPr id="8405" name="Google Shape;8405;p8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86"/>
            <p:cNvGrpSpPr/>
            <p:nvPr/>
          </p:nvGrpSpPr>
          <p:grpSpPr>
            <a:xfrm>
              <a:off x="2623904" y="2027936"/>
              <a:ext cx="1364245" cy="273000"/>
              <a:chOff x="2623904" y="2027936"/>
              <a:chExt cx="1364245" cy="273000"/>
            </a:xfrm>
          </p:grpSpPr>
          <p:sp>
            <p:nvSpPr>
              <p:cNvPr id="8411" name="Google Shape;8411;p8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6" name="Google Shape;8416;p86"/>
          <p:cNvGrpSpPr/>
          <p:nvPr/>
        </p:nvGrpSpPr>
        <p:grpSpPr>
          <a:xfrm>
            <a:off x="2592706" y="2444193"/>
            <a:ext cx="1387541" cy="159124"/>
            <a:chOff x="3200660" y="2180272"/>
            <a:chExt cx="2563824" cy="378237"/>
          </a:xfrm>
        </p:grpSpPr>
        <p:sp>
          <p:nvSpPr>
            <p:cNvPr id="8417" name="Google Shape;8417;p8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86"/>
          <p:cNvGrpSpPr/>
          <p:nvPr/>
        </p:nvGrpSpPr>
        <p:grpSpPr>
          <a:xfrm>
            <a:off x="2589231" y="2722018"/>
            <a:ext cx="1390502" cy="159625"/>
            <a:chOff x="3530150" y="2790075"/>
            <a:chExt cx="1962600" cy="225300"/>
          </a:xfrm>
        </p:grpSpPr>
        <p:sp>
          <p:nvSpPr>
            <p:cNvPr id="8436" name="Google Shape;8436;p8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86"/>
          <p:cNvGrpSpPr/>
          <p:nvPr/>
        </p:nvGrpSpPr>
        <p:grpSpPr>
          <a:xfrm>
            <a:off x="2589884" y="3000344"/>
            <a:ext cx="1411629" cy="153761"/>
            <a:chOff x="3558802" y="4011427"/>
            <a:chExt cx="1866000" cy="111300"/>
          </a:xfrm>
        </p:grpSpPr>
        <p:sp>
          <p:nvSpPr>
            <p:cNvPr id="8439" name="Google Shape;8439;p8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86"/>
          <p:cNvGrpSpPr/>
          <p:nvPr/>
        </p:nvGrpSpPr>
        <p:grpSpPr>
          <a:xfrm>
            <a:off x="2589576" y="2205744"/>
            <a:ext cx="1383503" cy="119749"/>
            <a:chOff x="3465975" y="2270276"/>
            <a:chExt cx="1986364" cy="171929"/>
          </a:xfrm>
        </p:grpSpPr>
        <p:sp>
          <p:nvSpPr>
            <p:cNvPr id="8442" name="Google Shape;8442;p8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86"/>
          <p:cNvGrpSpPr/>
          <p:nvPr/>
        </p:nvGrpSpPr>
        <p:grpSpPr>
          <a:xfrm>
            <a:off x="2600584" y="3569394"/>
            <a:ext cx="1369531" cy="195460"/>
            <a:chOff x="723300" y="4253549"/>
            <a:chExt cx="2276482" cy="324900"/>
          </a:xfrm>
        </p:grpSpPr>
        <p:sp>
          <p:nvSpPr>
            <p:cNvPr id="8451" name="Google Shape;8451;p8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86"/>
          <p:cNvGrpSpPr/>
          <p:nvPr/>
        </p:nvGrpSpPr>
        <p:grpSpPr>
          <a:xfrm>
            <a:off x="2590145" y="3270574"/>
            <a:ext cx="1389066" cy="180119"/>
            <a:chOff x="705948" y="3788465"/>
            <a:chExt cx="2308953" cy="299400"/>
          </a:xfrm>
        </p:grpSpPr>
        <p:sp>
          <p:nvSpPr>
            <p:cNvPr id="8457" name="Google Shape;8457;p8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86"/>
          <p:cNvGrpSpPr/>
          <p:nvPr/>
        </p:nvGrpSpPr>
        <p:grpSpPr>
          <a:xfrm>
            <a:off x="2638082" y="3883554"/>
            <a:ext cx="1304609" cy="294074"/>
            <a:chOff x="2658741" y="4097347"/>
            <a:chExt cx="1304609" cy="294074"/>
          </a:xfrm>
        </p:grpSpPr>
        <p:grpSp>
          <p:nvGrpSpPr>
            <p:cNvPr id="8463" name="Google Shape;8463;p86"/>
            <p:cNvGrpSpPr/>
            <p:nvPr/>
          </p:nvGrpSpPr>
          <p:grpSpPr>
            <a:xfrm>
              <a:off x="2658741" y="4097347"/>
              <a:ext cx="118572" cy="294074"/>
              <a:chOff x="3343310" y="4475555"/>
              <a:chExt cx="127717" cy="316753"/>
            </a:xfrm>
          </p:grpSpPr>
          <p:sp>
            <p:nvSpPr>
              <p:cNvPr id="8464" name="Google Shape;8464;p8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86"/>
            <p:cNvGrpSpPr/>
            <p:nvPr/>
          </p:nvGrpSpPr>
          <p:grpSpPr>
            <a:xfrm>
              <a:off x="3815519" y="4098388"/>
              <a:ext cx="147831" cy="291991"/>
              <a:chOff x="3527539" y="4476677"/>
              <a:chExt cx="159232" cy="314510"/>
            </a:xfrm>
          </p:grpSpPr>
          <p:sp>
            <p:nvSpPr>
              <p:cNvPr id="8467" name="Google Shape;8467;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86"/>
            <p:cNvGrpSpPr/>
            <p:nvPr/>
          </p:nvGrpSpPr>
          <p:grpSpPr>
            <a:xfrm>
              <a:off x="3511696" y="4098388"/>
              <a:ext cx="147831" cy="291991"/>
              <a:chOff x="3527539" y="4476677"/>
              <a:chExt cx="159232" cy="314510"/>
            </a:xfrm>
          </p:grpSpPr>
          <p:sp>
            <p:nvSpPr>
              <p:cNvPr id="8470" name="Google Shape;8470;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86"/>
            <p:cNvGrpSpPr/>
            <p:nvPr/>
          </p:nvGrpSpPr>
          <p:grpSpPr>
            <a:xfrm>
              <a:off x="3207874" y="4098388"/>
              <a:ext cx="147831" cy="291991"/>
              <a:chOff x="3527539" y="4476677"/>
              <a:chExt cx="159232" cy="314510"/>
            </a:xfrm>
          </p:grpSpPr>
          <p:sp>
            <p:nvSpPr>
              <p:cNvPr id="8473" name="Google Shape;8473;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86"/>
            <p:cNvGrpSpPr/>
            <p:nvPr/>
          </p:nvGrpSpPr>
          <p:grpSpPr>
            <a:xfrm>
              <a:off x="2933305" y="4097347"/>
              <a:ext cx="118572" cy="294074"/>
              <a:chOff x="3343310" y="4475555"/>
              <a:chExt cx="127717" cy="316753"/>
            </a:xfrm>
          </p:grpSpPr>
          <p:sp>
            <p:nvSpPr>
              <p:cNvPr id="8476" name="Google Shape;8476;p8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8" name="Google Shape;8478;p86"/>
          <p:cNvGrpSpPr/>
          <p:nvPr/>
        </p:nvGrpSpPr>
        <p:grpSpPr>
          <a:xfrm>
            <a:off x="4256912" y="1866676"/>
            <a:ext cx="1433821" cy="191501"/>
            <a:chOff x="4273350" y="2080469"/>
            <a:chExt cx="1433821" cy="191501"/>
          </a:xfrm>
        </p:grpSpPr>
        <p:grpSp>
          <p:nvGrpSpPr>
            <p:cNvPr id="8479" name="Google Shape;8479;p86"/>
            <p:cNvGrpSpPr/>
            <p:nvPr/>
          </p:nvGrpSpPr>
          <p:grpSpPr>
            <a:xfrm>
              <a:off x="4273350" y="2080469"/>
              <a:ext cx="1433821" cy="0"/>
              <a:chOff x="5224975" y="2962250"/>
              <a:chExt cx="1544400" cy="0"/>
            </a:xfrm>
          </p:grpSpPr>
          <p:cxnSp>
            <p:nvCxnSpPr>
              <p:cNvPr id="8480" name="Google Shape;8480;p8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481" name="Google Shape;8481;p8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482" name="Google Shape;8482;p86"/>
            <p:cNvGrpSpPr/>
            <p:nvPr/>
          </p:nvGrpSpPr>
          <p:grpSpPr>
            <a:xfrm>
              <a:off x="4273350" y="2271969"/>
              <a:ext cx="1433821" cy="0"/>
              <a:chOff x="5224975" y="2962250"/>
              <a:chExt cx="1544400" cy="0"/>
            </a:xfrm>
          </p:grpSpPr>
          <p:cxnSp>
            <p:nvCxnSpPr>
              <p:cNvPr id="8483" name="Google Shape;8483;p8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484" name="Google Shape;8484;p8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485" name="Google Shape;8485;p86"/>
          <p:cNvGrpSpPr/>
          <p:nvPr/>
        </p:nvGrpSpPr>
        <p:grpSpPr>
          <a:xfrm>
            <a:off x="4258467" y="969244"/>
            <a:ext cx="1430711" cy="743389"/>
            <a:chOff x="5159450" y="1919950"/>
            <a:chExt cx="1541050" cy="862500"/>
          </a:xfrm>
        </p:grpSpPr>
        <p:sp>
          <p:nvSpPr>
            <p:cNvPr id="8486" name="Google Shape;8486;p8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487" name="Google Shape;8487;p86"/>
            <p:cNvGrpSpPr/>
            <p:nvPr/>
          </p:nvGrpSpPr>
          <p:grpSpPr>
            <a:xfrm>
              <a:off x="5159450" y="1919950"/>
              <a:ext cx="1541050" cy="862500"/>
              <a:chOff x="5159450" y="1919950"/>
              <a:chExt cx="1541050" cy="862500"/>
            </a:xfrm>
          </p:grpSpPr>
          <p:cxnSp>
            <p:nvCxnSpPr>
              <p:cNvPr id="8488" name="Google Shape;8488;p8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489" name="Google Shape;8489;p8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490" name="Google Shape;8490;p86"/>
          <p:cNvGrpSpPr/>
          <p:nvPr/>
        </p:nvGrpSpPr>
        <p:grpSpPr>
          <a:xfrm>
            <a:off x="4248581" y="2192571"/>
            <a:ext cx="1450484" cy="1052087"/>
            <a:chOff x="5230575" y="1554475"/>
            <a:chExt cx="2137150" cy="1550150"/>
          </a:xfrm>
        </p:grpSpPr>
        <p:sp>
          <p:nvSpPr>
            <p:cNvPr id="8491" name="Google Shape;8491;p8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86"/>
          <p:cNvGrpSpPr/>
          <p:nvPr/>
        </p:nvGrpSpPr>
        <p:grpSpPr>
          <a:xfrm rot="10800000">
            <a:off x="4265131" y="3284761"/>
            <a:ext cx="1417383" cy="887946"/>
            <a:chOff x="5645403" y="2920021"/>
            <a:chExt cx="2650800" cy="2180614"/>
          </a:xfrm>
        </p:grpSpPr>
        <p:sp>
          <p:nvSpPr>
            <p:cNvPr id="8505" name="Google Shape;8505;p8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6" name="Google Shape;8506;p86"/>
            <p:cNvCxnSpPr>
              <a:stCxn id="850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07" name="Google Shape;8507;p8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8" name="Google Shape;8508;p86"/>
            <p:cNvCxnSpPr>
              <a:endCxn id="8507"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509" name="Google Shape;8509;p8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0" name="Google Shape;8510;p86"/>
            <p:cNvCxnSpPr>
              <a:stCxn id="8509"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11" name="Google Shape;8511;p8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2" name="Google Shape;8512;p86"/>
            <p:cNvCxnSpPr>
              <a:endCxn id="851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13" name="Google Shape;8513;p86"/>
          <p:cNvGrpSpPr/>
          <p:nvPr/>
        </p:nvGrpSpPr>
        <p:grpSpPr>
          <a:xfrm>
            <a:off x="7365491" y="2188116"/>
            <a:ext cx="1071743" cy="1021579"/>
            <a:chOff x="7189833" y="2022667"/>
            <a:chExt cx="1251159" cy="1192597"/>
          </a:xfrm>
        </p:grpSpPr>
        <p:sp>
          <p:nvSpPr>
            <p:cNvPr id="8514" name="Google Shape;8514;p8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86"/>
          <p:cNvGrpSpPr/>
          <p:nvPr/>
        </p:nvGrpSpPr>
        <p:grpSpPr>
          <a:xfrm>
            <a:off x="706762" y="2614523"/>
            <a:ext cx="1695374" cy="1560837"/>
            <a:chOff x="727421" y="2828315"/>
            <a:chExt cx="1695374" cy="1560837"/>
          </a:xfrm>
        </p:grpSpPr>
        <p:grpSp>
          <p:nvGrpSpPr>
            <p:cNvPr id="8519" name="Google Shape;8519;p86"/>
            <p:cNvGrpSpPr/>
            <p:nvPr/>
          </p:nvGrpSpPr>
          <p:grpSpPr>
            <a:xfrm>
              <a:off x="819108" y="2882501"/>
              <a:ext cx="103104" cy="1426186"/>
              <a:chOff x="4674013" y="3100904"/>
              <a:chExt cx="122758" cy="1698043"/>
            </a:xfrm>
          </p:grpSpPr>
          <p:sp>
            <p:nvSpPr>
              <p:cNvPr id="8520" name="Google Shape;8520;p8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86"/>
            <p:cNvGrpSpPr/>
            <p:nvPr/>
          </p:nvGrpSpPr>
          <p:grpSpPr>
            <a:xfrm>
              <a:off x="1062475" y="2882501"/>
              <a:ext cx="103104" cy="1426186"/>
              <a:chOff x="4940438" y="3100904"/>
              <a:chExt cx="122758" cy="1698043"/>
            </a:xfrm>
          </p:grpSpPr>
          <p:sp>
            <p:nvSpPr>
              <p:cNvPr id="8528" name="Google Shape;8528;p8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86"/>
            <p:cNvGrpSpPr/>
            <p:nvPr/>
          </p:nvGrpSpPr>
          <p:grpSpPr>
            <a:xfrm>
              <a:off x="1299324" y="2882501"/>
              <a:ext cx="103104" cy="1426186"/>
              <a:chOff x="5206863" y="3100904"/>
              <a:chExt cx="122758" cy="1698043"/>
            </a:xfrm>
          </p:grpSpPr>
          <p:sp>
            <p:nvSpPr>
              <p:cNvPr id="8536" name="Google Shape;8536;p8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86"/>
            <p:cNvGrpSpPr/>
            <p:nvPr/>
          </p:nvGrpSpPr>
          <p:grpSpPr>
            <a:xfrm>
              <a:off x="1786057" y="2882501"/>
              <a:ext cx="103104" cy="1426186"/>
              <a:chOff x="6006138" y="3143629"/>
              <a:chExt cx="122758" cy="1698043"/>
            </a:xfrm>
          </p:grpSpPr>
          <p:sp>
            <p:nvSpPr>
              <p:cNvPr id="8544" name="Google Shape;8544;p8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86"/>
            <p:cNvGrpSpPr/>
            <p:nvPr/>
          </p:nvGrpSpPr>
          <p:grpSpPr>
            <a:xfrm>
              <a:off x="2029422" y="2882501"/>
              <a:ext cx="103104" cy="1426186"/>
              <a:chOff x="6805413" y="3100904"/>
              <a:chExt cx="122758" cy="1698043"/>
            </a:xfrm>
          </p:grpSpPr>
          <p:sp>
            <p:nvSpPr>
              <p:cNvPr id="8552" name="Google Shape;8552;p8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86"/>
            <p:cNvGrpSpPr/>
            <p:nvPr/>
          </p:nvGrpSpPr>
          <p:grpSpPr>
            <a:xfrm>
              <a:off x="727421" y="2828315"/>
              <a:ext cx="1695374" cy="1560837"/>
              <a:chOff x="734799" y="2782450"/>
              <a:chExt cx="1571100" cy="1577400"/>
            </a:xfrm>
          </p:grpSpPr>
          <p:cxnSp>
            <p:nvCxnSpPr>
              <p:cNvPr id="8560" name="Google Shape;8560;p8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561" name="Google Shape;8561;p8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562" name="Google Shape;8562;p86"/>
            <p:cNvGrpSpPr/>
            <p:nvPr/>
          </p:nvGrpSpPr>
          <p:grpSpPr>
            <a:xfrm>
              <a:off x="2272795" y="2882501"/>
              <a:ext cx="103104" cy="1426186"/>
              <a:chOff x="5206863" y="3100904"/>
              <a:chExt cx="122758" cy="1698043"/>
            </a:xfrm>
          </p:grpSpPr>
          <p:sp>
            <p:nvSpPr>
              <p:cNvPr id="8563" name="Google Shape;8563;p8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86"/>
            <p:cNvGrpSpPr/>
            <p:nvPr/>
          </p:nvGrpSpPr>
          <p:grpSpPr>
            <a:xfrm>
              <a:off x="1542694" y="2882501"/>
              <a:ext cx="103104" cy="1426186"/>
              <a:chOff x="6006138" y="3143629"/>
              <a:chExt cx="122758" cy="1698043"/>
            </a:xfrm>
          </p:grpSpPr>
          <p:sp>
            <p:nvSpPr>
              <p:cNvPr id="8571" name="Google Shape;8571;p8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8" name="Google Shape;8578;p86"/>
          <p:cNvGrpSpPr/>
          <p:nvPr/>
        </p:nvGrpSpPr>
        <p:grpSpPr>
          <a:xfrm>
            <a:off x="5915341" y="2192094"/>
            <a:ext cx="1248543" cy="1025319"/>
            <a:chOff x="5183758" y="1210600"/>
            <a:chExt cx="3605380" cy="2960783"/>
          </a:xfrm>
        </p:grpSpPr>
        <p:sp>
          <p:nvSpPr>
            <p:cNvPr id="8579" name="Google Shape;8579;p8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83" name="Google Shape;8583;p8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584" name="Google Shape;8584;p8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585" name="Google Shape;8585;p8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586" name="Google Shape;8586;p8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587" name="Google Shape;8587;p8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86"/>
          <p:cNvGrpSpPr/>
          <p:nvPr/>
        </p:nvGrpSpPr>
        <p:grpSpPr>
          <a:xfrm>
            <a:off x="5772403" y="3330411"/>
            <a:ext cx="2664831" cy="843440"/>
            <a:chOff x="5916567" y="1099697"/>
            <a:chExt cx="2556683" cy="809211"/>
          </a:xfrm>
        </p:grpSpPr>
        <p:sp>
          <p:nvSpPr>
            <p:cNvPr id="8589" name="Google Shape;8589;p8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86"/>
          <p:cNvGrpSpPr/>
          <p:nvPr/>
        </p:nvGrpSpPr>
        <p:grpSpPr>
          <a:xfrm>
            <a:off x="5879943" y="979270"/>
            <a:ext cx="1299851" cy="1023338"/>
            <a:chOff x="5900602" y="1193063"/>
            <a:chExt cx="1299851" cy="1023338"/>
          </a:xfrm>
        </p:grpSpPr>
        <p:grpSp>
          <p:nvGrpSpPr>
            <p:cNvPr id="8598" name="Google Shape;8598;p86"/>
            <p:cNvGrpSpPr/>
            <p:nvPr/>
          </p:nvGrpSpPr>
          <p:grpSpPr>
            <a:xfrm>
              <a:off x="6743564" y="1193063"/>
              <a:ext cx="456889" cy="700379"/>
              <a:chOff x="6743564" y="1193063"/>
              <a:chExt cx="456889" cy="700379"/>
            </a:xfrm>
          </p:grpSpPr>
          <p:grpSp>
            <p:nvGrpSpPr>
              <p:cNvPr id="8599" name="Google Shape;8599;p86"/>
              <p:cNvGrpSpPr/>
              <p:nvPr/>
            </p:nvGrpSpPr>
            <p:grpSpPr>
              <a:xfrm>
                <a:off x="6743564" y="1690731"/>
                <a:ext cx="214402" cy="202710"/>
                <a:chOff x="6743564" y="1690731"/>
                <a:chExt cx="214402" cy="202710"/>
              </a:xfrm>
            </p:grpSpPr>
            <p:sp>
              <p:nvSpPr>
                <p:cNvPr id="8600" name="Google Shape;8600;p8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86"/>
              <p:cNvGrpSpPr/>
              <p:nvPr/>
            </p:nvGrpSpPr>
            <p:grpSpPr>
              <a:xfrm>
                <a:off x="6915505" y="1193063"/>
                <a:ext cx="284947" cy="589637"/>
                <a:chOff x="6915505" y="1193063"/>
                <a:chExt cx="284947" cy="589637"/>
              </a:xfrm>
            </p:grpSpPr>
            <p:sp>
              <p:nvSpPr>
                <p:cNvPr id="8603" name="Google Shape;8603;p8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04" name="Google Shape;8604;p8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05" name="Google Shape;8605;p86"/>
            <p:cNvGrpSpPr/>
            <p:nvPr/>
          </p:nvGrpSpPr>
          <p:grpSpPr>
            <a:xfrm>
              <a:off x="6520337" y="1193063"/>
              <a:ext cx="341815" cy="801589"/>
              <a:chOff x="6520337" y="1193063"/>
              <a:chExt cx="341815" cy="801589"/>
            </a:xfrm>
          </p:grpSpPr>
          <p:grpSp>
            <p:nvGrpSpPr>
              <p:cNvPr id="8606" name="Google Shape;8606;p86"/>
              <p:cNvGrpSpPr/>
              <p:nvPr/>
            </p:nvGrpSpPr>
            <p:grpSpPr>
              <a:xfrm>
                <a:off x="6520337" y="1589527"/>
                <a:ext cx="213950" cy="405125"/>
                <a:chOff x="6520337" y="1589527"/>
                <a:chExt cx="213950" cy="405125"/>
              </a:xfrm>
            </p:grpSpPr>
            <p:sp>
              <p:nvSpPr>
                <p:cNvPr id="8607" name="Google Shape;8607;p8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86"/>
              <p:cNvGrpSpPr/>
              <p:nvPr/>
            </p:nvGrpSpPr>
            <p:grpSpPr>
              <a:xfrm>
                <a:off x="6577204" y="1193063"/>
                <a:ext cx="284947" cy="453562"/>
                <a:chOff x="6577204" y="1193063"/>
                <a:chExt cx="284947" cy="453562"/>
              </a:xfrm>
            </p:grpSpPr>
            <p:sp>
              <p:nvSpPr>
                <p:cNvPr id="8610" name="Google Shape;8610;p8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1" name="Google Shape;8611;p8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12" name="Google Shape;8612;p86"/>
            <p:cNvGrpSpPr/>
            <p:nvPr/>
          </p:nvGrpSpPr>
          <p:grpSpPr>
            <a:xfrm>
              <a:off x="6238903" y="1193063"/>
              <a:ext cx="300475" cy="901782"/>
              <a:chOff x="6238903" y="1193063"/>
              <a:chExt cx="300475" cy="901782"/>
            </a:xfrm>
          </p:grpSpPr>
          <p:grpSp>
            <p:nvGrpSpPr>
              <p:cNvPr id="8613" name="Google Shape;8613;p86"/>
              <p:cNvGrpSpPr/>
              <p:nvPr/>
            </p:nvGrpSpPr>
            <p:grpSpPr>
              <a:xfrm>
                <a:off x="6290865" y="1489315"/>
                <a:ext cx="248514" cy="605530"/>
                <a:chOff x="6290865" y="1489315"/>
                <a:chExt cx="248514" cy="605530"/>
              </a:xfrm>
            </p:grpSpPr>
            <p:sp>
              <p:nvSpPr>
                <p:cNvPr id="8614" name="Google Shape;8614;p8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86"/>
              <p:cNvGrpSpPr/>
              <p:nvPr/>
            </p:nvGrpSpPr>
            <p:grpSpPr>
              <a:xfrm>
                <a:off x="6238903" y="1193063"/>
                <a:ext cx="284947" cy="327512"/>
                <a:chOff x="6238903" y="1193063"/>
                <a:chExt cx="284947" cy="327512"/>
              </a:xfrm>
            </p:grpSpPr>
            <p:sp>
              <p:nvSpPr>
                <p:cNvPr id="8617" name="Google Shape;8617;p8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8" name="Google Shape;8618;p8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19" name="Google Shape;8619;p86"/>
            <p:cNvGrpSpPr/>
            <p:nvPr/>
          </p:nvGrpSpPr>
          <p:grpSpPr>
            <a:xfrm>
              <a:off x="5900602" y="1193063"/>
              <a:ext cx="444345" cy="1023338"/>
              <a:chOff x="5900602" y="1193063"/>
              <a:chExt cx="444345" cy="1023338"/>
            </a:xfrm>
          </p:grpSpPr>
          <p:grpSp>
            <p:nvGrpSpPr>
              <p:cNvPr id="8620" name="Google Shape;8620;p86"/>
              <p:cNvGrpSpPr/>
              <p:nvPr/>
            </p:nvGrpSpPr>
            <p:grpSpPr>
              <a:xfrm>
                <a:off x="6046501" y="1367785"/>
                <a:ext cx="298446" cy="848616"/>
                <a:chOff x="6046501" y="1367785"/>
                <a:chExt cx="298446" cy="848616"/>
              </a:xfrm>
            </p:grpSpPr>
            <p:sp>
              <p:nvSpPr>
                <p:cNvPr id="8621" name="Google Shape;8621;p8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86"/>
              <p:cNvGrpSpPr/>
              <p:nvPr/>
            </p:nvGrpSpPr>
            <p:grpSpPr>
              <a:xfrm>
                <a:off x="5900602" y="1193063"/>
                <a:ext cx="284947" cy="182312"/>
                <a:chOff x="5900602" y="1193063"/>
                <a:chExt cx="284947" cy="182312"/>
              </a:xfrm>
            </p:grpSpPr>
            <p:sp>
              <p:nvSpPr>
                <p:cNvPr id="8624" name="Google Shape;8624;p8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5" name="Google Shape;8625;p8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26" name="Google Shape;8626;p86"/>
          <p:cNvGrpSpPr/>
          <p:nvPr/>
        </p:nvGrpSpPr>
        <p:grpSpPr>
          <a:xfrm>
            <a:off x="7217825" y="979415"/>
            <a:ext cx="1219413" cy="1051365"/>
            <a:chOff x="7287122" y="1165658"/>
            <a:chExt cx="1219413" cy="1051365"/>
          </a:xfrm>
        </p:grpSpPr>
        <p:grpSp>
          <p:nvGrpSpPr>
            <p:cNvPr id="8627" name="Google Shape;8627;p86"/>
            <p:cNvGrpSpPr/>
            <p:nvPr/>
          </p:nvGrpSpPr>
          <p:grpSpPr>
            <a:xfrm>
              <a:off x="7287122" y="1969723"/>
              <a:ext cx="1219413" cy="247300"/>
              <a:chOff x="7287122" y="1969723"/>
              <a:chExt cx="1219413" cy="247300"/>
            </a:xfrm>
          </p:grpSpPr>
          <p:sp>
            <p:nvSpPr>
              <p:cNvPr id="8628" name="Google Shape;8628;p8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9" name="Google Shape;8629;p86"/>
              <p:cNvGrpSpPr/>
              <p:nvPr/>
            </p:nvGrpSpPr>
            <p:grpSpPr>
              <a:xfrm>
                <a:off x="7287122" y="2063892"/>
                <a:ext cx="1151753" cy="73428"/>
                <a:chOff x="7287122" y="2063892"/>
                <a:chExt cx="1151753" cy="73428"/>
              </a:xfrm>
            </p:grpSpPr>
            <p:sp>
              <p:nvSpPr>
                <p:cNvPr id="8630" name="Google Shape;8630;p8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1" name="Google Shape;8631;p8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32" name="Google Shape;8632;p86"/>
            <p:cNvGrpSpPr/>
            <p:nvPr/>
          </p:nvGrpSpPr>
          <p:grpSpPr>
            <a:xfrm>
              <a:off x="7287122" y="1712201"/>
              <a:ext cx="1219403" cy="246767"/>
              <a:chOff x="7287122" y="1712201"/>
              <a:chExt cx="1219403" cy="246767"/>
            </a:xfrm>
          </p:grpSpPr>
          <p:sp>
            <p:nvSpPr>
              <p:cNvPr id="8633" name="Google Shape;8633;p8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4" name="Google Shape;8634;p86"/>
              <p:cNvGrpSpPr/>
              <p:nvPr/>
            </p:nvGrpSpPr>
            <p:grpSpPr>
              <a:xfrm>
                <a:off x="7287122" y="1842861"/>
                <a:ext cx="1005303" cy="73419"/>
                <a:chOff x="7287122" y="1842861"/>
                <a:chExt cx="1005303" cy="73419"/>
              </a:xfrm>
            </p:grpSpPr>
            <p:sp>
              <p:nvSpPr>
                <p:cNvPr id="8635" name="Google Shape;8635;p8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6" name="Google Shape;8636;p8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37" name="Google Shape;8637;p86"/>
            <p:cNvGrpSpPr/>
            <p:nvPr/>
          </p:nvGrpSpPr>
          <p:grpSpPr>
            <a:xfrm>
              <a:off x="7287122" y="1447520"/>
              <a:ext cx="1219403" cy="286667"/>
              <a:chOff x="7287122" y="1447520"/>
              <a:chExt cx="1219403" cy="286667"/>
            </a:xfrm>
          </p:grpSpPr>
          <p:sp>
            <p:nvSpPr>
              <p:cNvPr id="8638" name="Google Shape;8638;p8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9" name="Google Shape;8639;p86"/>
              <p:cNvGrpSpPr/>
              <p:nvPr/>
            </p:nvGrpSpPr>
            <p:grpSpPr>
              <a:xfrm>
                <a:off x="7287122" y="1581977"/>
                <a:ext cx="852803" cy="73428"/>
                <a:chOff x="7287122" y="1581977"/>
                <a:chExt cx="852803" cy="73428"/>
              </a:xfrm>
            </p:grpSpPr>
            <p:sp>
              <p:nvSpPr>
                <p:cNvPr id="8640" name="Google Shape;8640;p8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1" name="Google Shape;8641;p8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642" name="Google Shape;8642;p86"/>
            <p:cNvGrpSpPr/>
            <p:nvPr/>
          </p:nvGrpSpPr>
          <p:grpSpPr>
            <a:xfrm>
              <a:off x="7287122" y="1165658"/>
              <a:ext cx="1219403" cy="344253"/>
              <a:chOff x="7287122" y="1165658"/>
              <a:chExt cx="1219403" cy="344253"/>
            </a:xfrm>
          </p:grpSpPr>
          <p:sp>
            <p:nvSpPr>
              <p:cNvPr id="8643" name="Google Shape;8643;p8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4" name="Google Shape;8644;p86"/>
              <p:cNvGrpSpPr/>
              <p:nvPr/>
            </p:nvGrpSpPr>
            <p:grpSpPr>
              <a:xfrm>
                <a:off x="7287122" y="1341025"/>
                <a:ext cx="695703" cy="73419"/>
                <a:chOff x="7287122" y="1341025"/>
                <a:chExt cx="695703" cy="73419"/>
              </a:xfrm>
            </p:grpSpPr>
            <p:sp>
              <p:nvSpPr>
                <p:cNvPr id="8645" name="Google Shape;8645;p8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6" name="Google Shape;8646;p8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50" name="Shape 8650"/>
        <p:cNvGrpSpPr/>
        <p:nvPr/>
      </p:nvGrpSpPr>
      <p:grpSpPr>
        <a:xfrm>
          <a:off x="0" y="0"/>
          <a:ext cx="0" cy="0"/>
          <a:chOff x="0" y="0"/>
          <a:chExt cx="0" cy="0"/>
        </a:xfrm>
      </p:grpSpPr>
      <p:grpSp>
        <p:nvGrpSpPr>
          <p:cNvPr id="8651" name="Google Shape;8651;p87"/>
          <p:cNvGrpSpPr/>
          <p:nvPr/>
        </p:nvGrpSpPr>
        <p:grpSpPr>
          <a:xfrm>
            <a:off x="846551" y="2273217"/>
            <a:ext cx="415546" cy="355053"/>
            <a:chOff x="866243" y="2291587"/>
            <a:chExt cx="415546" cy="355053"/>
          </a:xfrm>
        </p:grpSpPr>
        <p:sp>
          <p:nvSpPr>
            <p:cNvPr id="8652" name="Google Shape;8652;p8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7" name="Google Shape;8657;p87"/>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8" name="Google Shape;8658;p87"/>
          <p:cNvGrpSpPr/>
          <p:nvPr/>
        </p:nvGrpSpPr>
        <p:grpSpPr>
          <a:xfrm>
            <a:off x="1938828" y="2284205"/>
            <a:ext cx="359213" cy="327807"/>
            <a:chOff x="1958520" y="2302574"/>
            <a:chExt cx="359213" cy="327807"/>
          </a:xfrm>
        </p:grpSpPr>
        <p:sp>
          <p:nvSpPr>
            <p:cNvPr id="8659" name="Google Shape;8659;p8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87"/>
          <p:cNvGrpSpPr/>
          <p:nvPr/>
        </p:nvGrpSpPr>
        <p:grpSpPr>
          <a:xfrm>
            <a:off x="2560190" y="2269057"/>
            <a:ext cx="207582" cy="359594"/>
            <a:chOff x="2656082" y="2287427"/>
            <a:chExt cx="207582" cy="359594"/>
          </a:xfrm>
        </p:grpSpPr>
        <p:sp>
          <p:nvSpPr>
            <p:cNvPr id="8663" name="Google Shape;8663;p8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87"/>
          <p:cNvGrpSpPr/>
          <p:nvPr/>
        </p:nvGrpSpPr>
        <p:grpSpPr>
          <a:xfrm>
            <a:off x="3029961" y="2303099"/>
            <a:ext cx="362991" cy="290018"/>
            <a:chOff x="3049653" y="2321468"/>
            <a:chExt cx="362991" cy="290018"/>
          </a:xfrm>
        </p:grpSpPr>
        <p:sp>
          <p:nvSpPr>
            <p:cNvPr id="8668" name="Google Shape;8668;p8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87"/>
          <p:cNvGrpSpPr/>
          <p:nvPr/>
        </p:nvGrpSpPr>
        <p:grpSpPr>
          <a:xfrm>
            <a:off x="3544551" y="2271534"/>
            <a:ext cx="422342" cy="355243"/>
            <a:chOff x="3564243" y="2289904"/>
            <a:chExt cx="422342" cy="355243"/>
          </a:xfrm>
        </p:grpSpPr>
        <p:sp>
          <p:nvSpPr>
            <p:cNvPr id="8673" name="Google Shape;8673;p8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8" name="Google Shape;8678;p87"/>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9" name="Google Shape;8679;p87"/>
          <p:cNvGrpSpPr/>
          <p:nvPr/>
        </p:nvGrpSpPr>
        <p:grpSpPr>
          <a:xfrm>
            <a:off x="4668202" y="2271344"/>
            <a:ext cx="359594" cy="353909"/>
            <a:chOff x="4687894" y="2289713"/>
            <a:chExt cx="359594" cy="353909"/>
          </a:xfrm>
        </p:grpSpPr>
        <p:sp>
          <p:nvSpPr>
            <p:cNvPr id="8680" name="Google Shape;8680;p8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3" name="Google Shape;8683;p87"/>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4" name="Google Shape;8684;p87"/>
          <p:cNvGrpSpPr/>
          <p:nvPr/>
        </p:nvGrpSpPr>
        <p:grpSpPr>
          <a:xfrm>
            <a:off x="6352932" y="2289857"/>
            <a:ext cx="263567" cy="317614"/>
            <a:chOff x="6421399" y="2308227"/>
            <a:chExt cx="263567" cy="317614"/>
          </a:xfrm>
        </p:grpSpPr>
        <p:sp>
          <p:nvSpPr>
            <p:cNvPr id="8685" name="Google Shape;8685;p8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87"/>
          <p:cNvGrpSpPr/>
          <p:nvPr/>
        </p:nvGrpSpPr>
        <p:grpSpPr>
          <a:xfrm>
            <a:off x="6850501" y="2277250"/>
            <a:ext cx="360356" cy="343462"/>
            <a:chOff x="6870193" y="2295620"/>
            <a:chExt cx="360356" cy="343462"/>
          </a:xfrm>
        </p:grpSpPr>
        <p:sp>
          <p:nvSpPr>
            <p:cNvPr id="8690" name="Google Shape;8690;p8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87"/>
          <p:cNvGrpSpPr/>
          <p:nvPr/>
        </p:nvGrpSpPr>
        <p:grpSpPr>
          <a:xfrm>
            <a:off x="7421773" y="2284490"/>
            <a:ext cx="342192" cy="327140"/>
            <a:chOff x="7441465" y="2302860"/>
            <a:chExt cx="342192" cy="327140"/>
          </a:xfrm>
        </p:grpSpPr>
        <p:sp>
          <p:nvSpPr>
            <p:cNvPr id="8693" name="Google Shape;8693;p8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87"/>
          <p:cNvGrpSpPr/>
          <p:nvPr/>
        </p:nvGrpSpPr>
        <p:grpSpPr>
          <a:xfrm>
            <a:off x="7969991" y="2331837"/>
            <a:ext cx="332761" cy="234066"/>
            <a:chOff x="7989683" y="2350207"/>
            <a:chExt cx="332761" cy="234066"/>
          </a:xfrm>
        </p:grpSpPr>
        <p:sp>
          <p:nvSpPr>
            <p:cNvPr id="8696" name="Google Shape;8696;p8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87"/>
          <p:cNvGrpSpPr/>
          <p:nvPr/>
        </p:nvGrpSpPr>
        <p:grpSpPr>
          <a:xfrm>
            <a:off x="5803602" y="2291381"/>
            <a:ext cx="315327" cy="314978"/>
            <a:chOff x="5823294" y="2309751"/>
            <a:chExt cx="315327" cy="314978"/>
          </a:xfrm>
        </p:grpSpPr>
        <p:sp>
          <p:nvSpPr>
            <p:cNvPr id="8703" name="Google Shape;8703;p8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87"/>
          <p:cNvGrpSpPr/>
          <p:nvPr/>
        </p:nvGrpSpPr>
        <p:grpSpPr>
          <a:xfrm>
            <a:off x="2477583" y="2725790"/>
            <a:ext cx="370930" cy="370549"/>
            <a:chOff x="2497275" y="2744159"/>
            <a:chExt cx="370930" cy="370549"/>
          </a:xfrm>
        </p:grpSpPr>
        <p:sp>
          <p:nvSpPr>
            <p:cNvPr id="8721" name="Google Shape;8721;p8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87"/>
          <p:cNvGrpSpPr/>
          <p:nvPr/>
        </p:nvGrpSpPr>
        <p:grpSpPr>
          <a:xfrm>
            <a:off x="841248" y="2728108"/>
            <a:ext cx="371883" cy="365691"/>
            <a:chOff x="860940" y="2746477"/>
            <a:chExt cx="371883" cy="365691"/>
          </a:xfrm>
        </p:grpSpPr>
        <p:sp>
          <p:nvSpPr>
            <p:cNvPr id="8728" name="Google Shape;8728;p8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87"/>
          <p:cNvGrpSpPr/>
          <p:nvPr/>
        </p:nvGrpSpPr>
        <p:grpSpPr>
          <a:xfrm>
            <a:off x="1431144" y="2747889"/>
            <a:ext cx="283985" cy="341080"/>
            <a:chOff x="1493849" y="2775533"/>
            <a:chExt cx="283985" cy="341080"/>
          </a:xfrm>
        </p:grpSpPr>
        <p:sp>
          <p:nvSpPr>
            <p:cNvPr id="8734" name="Google Shape;8734;p8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87"/>
          <p:cNvGrpSpPr/>
          <p:nvPr/>
        </p:nvGrpSpPr>
        <p:grpSpPr>
          <a:xfrm>
            <a:off x="1933144" y="2756052"/>
            <a:ext cx="372835" cy="342573"/>
            <a:chOff x="1952836" y="2774422"/>
            <a:chExt cx="372835" cy="342573"/>
          </a:xfrm>
        </p:grpSpPr>
        <p:sp>
          <p:nvSpPr>
            <p:cNvPr id="8737" name="Google Shape;8737;p8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87"/>
          <p:cNvGrpSpPr/>
          <p:nvPr/>
        </p:nvGrpSpPr>
        <p:grpSpPr>
          <a:xfrm>
            <a:off x="3060224" y="2726107"/>
            <a:ext cx="332729" cy="372518"/>
            <a:chOff x="3079916" y="2744477"/>
            <a:chExt cx="332729" cy="372518"/>
          </a:xfrm>
        </p:grpSpPr>
        <p:sp>
          <p:nvSpPr>
            <p:cNvPr id="8741" name="Google Shape;8741;p8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87"/>
          <p:cNvGrpSpPr/>
          <p:nvPr/>
        </p:nvGrpSpPr>
        <p:grpSpPr>
          <a:xfrm>
            <a:off x="3600884" y="2727155"/>
            <a:ext cx="336889" cy="355592"/>
            <a:chOff x="3620576" y="2745525"/>
            <a:chExt cx="336889" cy="355592"/>
          </a:xfrm>
        </p:grpSpPr>
        <p:sp>
          <p:nvSpPr>
            <p:cNvPr id="8745" name="Google Shape;8745;p8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87"/>
          <p:cNvGrpSpPr/>
          <p:nvPr/>
        </p:nvGrpSpPr>
        <p:grpSpPr>
          <a:xfrm>
            <a:off x="4107123" y="2742334"/>
            <a:ext cx="380393" cy="363118"/>
            <a:chOff x="4126815" y="2760704"/>
            <a:chExt cx="380393" cy="363118"/>
          </a:xfrm>
        </p:grpSpPr>
        <p:sp>
          <p:nvSpPr>
            <p:cNvPr id="8748" name="Google Shape;8748;p8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87"/>
          <p:cNvGrpSpPr/>
          <p:nvPr/>
        </p:nvGrpSpPr>
        <p:grpSpPr>
          <a:xfrm>
            <a:off x="4656294" y="2727314"/>
            <a:ext cx="381346" cy="368644"/>
            <a:chOff x="4675986" y="2745684"/>
            <a:chExt cx="381346" cy="368644"/>
          </a:xfrm>
        </p:grpSpPr>
        <p:sp>
          <p:nvSpPr>
            <p:cNvPr id="8753" name="Google Shape;8753;p8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87"/>
          <p:cNvGrpSpPr/>
          <p:nvPr/>
        </p:nvGrpSpPr>
        <p:grpSpPr>
          <a:xfrm>
            <a:off x="5200924" y="2772692"/>
            <a:ext cx="373185" cy="302466"/>
            <a:chOff x="5220616" y="2791061"/>
            <a:chExt cx="373185" cy="302466"/>
          </a:xfrm>
        </p:grpSpPr>
        <p:sp>
          <p:nvSpPr>
            <p:cNvPr id="8756" name="Google Shape;8756;p8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87"/>
          <p:cNvGrpSpPr/>
          <p:nvPr/>
        </p:nvGrpSpPr>
        <p:grpSpPr>
          <a:xfrm>
            <a:off x="5768969" y="2754147"/>
            <a:ext cx="284366" cy="344097"/>
            <a:chOff x="5864861" y="2772517"/>
            <a:chExt cx="284366" cy="344097"/>
          </a:xfrm>
        </p:grpSpPr>
        <p:sp>
          <p:nvSpPr>
            <p:cNvPr id="8775" name="Google Shape;8775;p8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1" name="Google Shape;8781;p87"/>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2" name="Google Shape;8782;p87"/>
          <p:cNvGrpSpPr/>
          <p:nvPr/>
        </p:nvGrpSpPr>
        <p:grpSpPr>
          <a:xfrm>
            <a:off x="6954467" y="2771168"/>
            <a:ext cx="255247" cy="327458"/>
            <a:chOff x="6974158" y="2789537"/>
            <a:chExt cx="255247" cy="327458"/>
          </a:xfrm>
        </p:grpSpPr>
        <p:sp>
          <p:nvSpPr>
            <p:cNvPr id="8783" name="Google Shape;8783;p8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87"/>
          <p:cNvGrpSpPr/>
          <p:nvPr/>
        </p:nvGrpSpPr>
        <p:grpSpPr>
          <a:xfrm>
            <a:off x="7511005" y="2771930"/>
            <a:ext cx="244291" cy="326314"/>
            <a:chOff x="7530697" y="2790299"/>
            <a:chExt cx="244291" cy="326314"/>
          </a:xfrm>
        </p:grpSpPr>
        <p:sp>
          <p:nvSpPr>
            <p:cNvPr id="8790" name="Google Shape;8790;p8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87"/>
          <p:cNvGrpSpPr/>
          <p:nvPr/>
        </p:nvGrpSpPr>
        <p:grpSpPr>
          <a:xfrm>
            <a:off x="7968499" y="2813878"/>
            <a:ext cx="332348" cy="283985"/>
            <a:chOff x="7988191" y="2832248"/>
            <a:chExt cx="332348" cy="283985"/>
          </a:xfrm>
        </p:grpSpPr>
        <p:sp>
          <p:nvSpPr>
            <p:cNvPr id="8797" name="Google Shape;8797;p8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0" name="Google Shape;8800;p87"/>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1" name="Google Shape;8801;p87"/>
          <p:cNvGrpSpPr/>
          <p:nvPr/>
        </p:nvGrpSpPr>
        <p:grpSpPr>
          <a:xfrm>
            <a:off x="3568748" y="3239998"/>
            <a:ext cx="364484" cy="262423"/>
            <a:chOff x="3588440" y="3258368"/>
            <a:chExt cx="364484" cy="262423"/>
          </a:xfrm>
        </p:grpSpPr>
        <p:sp>
          <p:nvSpPr>
            <p:cNvPr id="8802" name="Google Shape;8802;p8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8" name="Google Shape;8808;p87"/>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9" name="Google Shape;8809;p87"/>
          <p:cNvGrpSpPr/>
          <p:nvPr/>
        </p:nvGrpSpPr>
        <p:grpSpPr>
          <a:xfrm>
            <a:off x="5746125" y="3209355"/>
            <a:ext cx="364865" cy="324822"/>
            <a:chOff x="5765817" y="3227724"/>
            <a:chExt cx="364865" cy="324822"/>
          </a:xfrm>
        </p:grpSpPr>
        <p:sp>
          <p:nvSpPr>
            <p:cNvPr id="8810" name="Google Shape;8810;p8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87"/>
          <p:cNvGrpSpPr/>
          <p:nvPr/>
        </p:nvGrpSpPr>
        <p:grpSpPr>
          <a:xfrm>
            <a:off x="6208891" y="3219294"/>
            <a:ext cx="446539" cy="303895"/>
            <a:chOff x="6228583" y="3237664"/>
            <a:chExt cx="446539" cy="303895"/>
          </a:xfrm>
        </p:grpSpPr>
        <p:sp>
          <p:nvSpPr>
            <p:cNvPr id="8814" name="Google Shape;8814;p8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87"/>
          <p:cNvGrpSpPr/>
          <p:nvPr/>
        </p:nvGrpSpPr>
        <p:grpSpPr>
          <a:xfrm>
            <a:off x="846170" y="3188936"/>
            <a:ext cx="364484" cy="364897"/>
            <a:chOff x="865862" y="3207306"/>
            <a:chExt cx="364484" cy="364897"/>
          </a:xfrm>
        </p:grpSpPr>
        <p:sp>
          <p:nvSpPr>
            <p:cNvPr id="8832" name="Google Shape;8832;p8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87"/>
          <p:cNvGrpSpPr/>
          <p:nvPr/>
        </p:nvGrpSpPr>
        <p:grpSpPr>
          <a:xfrm>
            <a:off x="1384925" y="3208593"/>
            <a:ext cx="370168" cy="325965"/>
            <a:chOff x="1404617" y="3226962"/>
            <a:chExt cx="370168" cy="325965"/>
          </a:xfrm>
        </p:grpSpPr>
        <p:sp>
          <p:nvSpPr>
            <p:cNvPr id="8847" name="Google Shape;8847;p8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87"/>
          <p:cNvGrpSpPr/>
          <p:nvPr/>
        </p:nvGrpSpPr>
        <p:grpSpPr>
          <a:xfrm>
            <a:off x="1933711" y="3197724"/>
            <a:ext cx="366389" cy="354481"/>
            <a:chOff x="1954741" y="3212419"/>
            <a:chExt cx="366389" cy="354481"/>
          </a:xfrm>
        </p:grpSpPr>
        <p:sp>
          <p:nvSpPr>
            <p:cNvPr id="8857" name="Google Shape;8857;p8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87"/>
          <p:cNvGrpSpPr/>
          <p:nvPr/>
        </p:nvGrpSpPr>
        <p:grpSpPr>
          <a:xfrm>
            <a:off x="3023547" y="3197256"/>
            <a:ext cx="366008" cy="348670"/>
            <a:chOff x="3043239" y="3215626"/>
            <a:chExt cx="366008" cy="348670"/>
          </a:xfrm>
        </p:grpSpPr>
        <p:sp>
          <p:nvSpPr>
            <p:cNvPr id="8865" name="Google Shape;8865;p8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87"/>
          <p:cNvGrpSpPr/>
          <p:nvPr/>
        </p:nvGrpSpPr>
        <p:grpSpPr>
          <a:xfrm>
            <a:off x="4198641" y="3166613"/>
            <a:ext cx="209107" cy="383442"/>
            <a:chOff x="4218333" y="3184982"/>
            <a:chExt cx="209107" cy="383442"/>
          </a:xfrm>
        </p:grpSpPr>
        <p:sp>
          <p:nvSpPr>
            <p:cNvPr id="8868" name="Google Shape;8868;p8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0" name="Google Shape;8870;p87"/>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1" name="Google Shape;8871;p87"/>
          <p:cNvGrpSpPr/>
          <p:nvPr/>
        </p:nvGrpSpPr>
        <p:grpSpPr>
          <a:xfrm>
            <a:off x="6876953" y="3197637"/>
            <a:ext cx="322917" cy="347876"/>
            <a:chOff x="6896644" y="3216007"/>
            <a:chExt cx="322917" cy="347876"/>
          </a:xfrm>
        </p:grpSpPr>
        <p:sp>
          <p:nvSpPr>
            <p:cNvPr id="8872" name="Google Shape;8872;p8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87"/>
          <p:cNvGrpSpPr/>
          <p:nvPr/>
        </p:nvGrpSpPr>
        <p:grpSpPr>
          <a:xfrm>
            <a:off x="7409674" y="3204814"/>
            <a:ext cx="334634" cy="333904"/>
            <a:chOff x="7429366" y="3223183"/>
            <a:chExt cx="334634" cy="333904"/>
          </a:xfrm>
        </p:grpSpPr>
        <p:sp>
          <p:nvSpPr>
            <p:cNvPr id="8880" name="Google Shape;8880;p8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2" name="Google Shape;8882;p87"/>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3" name="Google Shape;8883;p87"/>
          <p:cNvGrpSpPr/>
          <p:nvPr/>
        </p:nvGrpSpPr>
        <p:grpSpPr>
          <a:xfrm>
            <a:off x="5196764" y="3707114"/>
            <a:ext cx="356196" cy="265631"/>
            <a:chOff x="5216456" y="3725484"/>
            <a:chExt cx="356196" cy="265631"/>
          </a:xfrm>
        </p:grpSpPr>
        <p:sp>
          <p:nvSpPr>
            <p:cNvPr id="8884" name="Google Shape;8884;p8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87"/>
          <p:cNvGrpSpPr/>
          <p:nvPr/>
        </p:nvGrpSpPr>
        <p:grpSpPr>
          <a:xfrm>
            <a:off x="6829701" y="3715625"/>
            <a:ext cx="355053" cy="248038"/>
            <a:chOff x="6849393" y="3733994"/>
            <a:chExt cx="355053" cy="248038"/>
          </a:xfrm>
        </p:grpSpPr>
        <p:sp>
          <p:nvSpPr>
            <p:cNvPr id="8887" name="Google Shape;8887;p8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87"/>
          <p:cNvGrpSpPr/>
          <p:nvPr/>
        </p:nvGrpSpPr>
        <p:grpSpPr>
          <a:xfrm>
            <a:off x="7899305" y="3696318"/>
            <a:ext cx="392111" cy="280206"/>
            <a:chOff x="7918997" y="3714687"/>
            <a:chExt cx="392111" cy="280206"/>
          </a:xfrm>
        </p:grpSpPr>
        <p:sp>
          <p:nvSpPr>
            <p:cNvPr id="8893" name="Google Shape;8893;p8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8" name="Google Shape;8898;p87"/>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9" name="Google Shape;8899;p87"/>
          <p:cNvGrpSpPr/>
          <p:nvPr/>
        </p:nvGrpSpPr>
        <p:grpSpPr>
          <a:xfrm>
            <a:off x="1389085" y="3662594"/>
            <a:ext cx="357720" cy="355148"/>
            <a:chOff x="1408777" y="3680964"/>
            <a:chExt cx="357720" cy="355148"/>
          </a:xfrm>
        </p:grpSpPr>
        <p:sp>
          <p:nvSpPr>
            <p:cNvPr id="8900" name="Google Shape;8900;p8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87"/>
          <p:cNvGrpSpPr/>
          <p:nvPr/>
        </p:nvGrpSpPr>
        <p:grpSpPr>
          <a:xfrm>
            <a:off x="1933144" y="3662594"/>
            <a:ext cx="357720" cy="355148"/>
            <a:chOff x="1952836" y="3680964"/>
            <a:chExt cx="357720" cy="355148"/>
          </a:xfrm>
        </p:grpSpPr>
        <p:sp>
          <p:nvSpPr>
            <p:cNvPr id="8906" name="Google Shape;8906;p8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87"/>
          <p:cNvGrpSpPr/>
          <p:nvPr/>
        </p:nvGrpSpPr>
        <p:grpSpPr>
          <a:xfrm>
            <a:off x="2477202" y="3662594"/>
            <a:ext cx="357720" cy="355148"/>
            <a:chOff x="2496894" y="3680964"/>
            <a:chExt cx="357720" cy="355148"/>
          </a:xfrm>
        </p:grpSpPr>
        <p:sp>
          <p:nvSpPr>
            <p:cNvPr id="8912" name="Google Shape;8912;p8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87"/>
          <p:cNvGrpSpPr/>
          <p:nvPr/>
        </p:nvGrpSpPr>
        <p:grpSpPr>
          <a:xfrm>
            <a:off x="3021292" y="3662689"/>
            <a:ext cx="356164" cy="355815"/>
            <a:chOff x="3040984" y="3681059"/>
            <a:chExt cx="356164" cy="355815"/>
          </a:xfrm>
        </p:grpSpPr>
        <p:sp>
          <p:nvSpPr>
            <p:cNvPr id="8918" name="Google Shape;8918;p8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87"/>
          <p:cNvGrpSpPr/>
          <p:nvPr/>
        </p:nvGrpSpPr>
        <p:grpSpPr>
          <a:xfrm>
            <a:off x="3564589" y="3680821"/>
            <a:ext cx="358069" cy="317995"/>
            <a:chOff x="3584280" y="3699191"/>
            <a:chExt cx="358069" cy="317995"/>
          </a:xfrm>
        </p:grpSpPr>
        <p:sp>
          <p:nvSpPr>
            <p:cNvPr id="8922" name="Google Shape;8922;p8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87"/>
          <p:cNvGrpSpPr/>
          <p:nvPr/>
        </p:nvGrpSpPr>
        <p:grpSpPr>
          <a:xfrm>
            <a:off x="4109790" y="3662689"/>
            <a:ext cx="355402" cy="354291"/>
            <a:chOff x="4129482" y="3681059"/>
            <a:chExt cx="355402" cy="354291"/>
          </a:xfrm>
        </p:grpSpPr>
        <p:sp>
          <p:nvSpPr>
            <p:cNvPr id="8927" name="Google Shape;8927;p8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87"/>
          <p:cNvGrpSpPr/>
          <p:nvPr/>
        </p:nvGrpSpPr>
        <p:grpSpPr>
          <a:xfrm>
            <a:off x="4653849" y="3661927"/>
            <a:ext cx="355434" cy="355815"/>
            <a:chOff x="4673540" y="3680297"/>
            <a:chExt cx="355434" cy="355815"/>
          </a:xfrm>
        </p:grpSpPr>
        <p:sp>
          <p:nvSpPr>
            <p:cNvPr id="8932" name="Google Shape;8932;p8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87"/>
          <p:cNvGrpSpPr/>
          <p:nvPr/>
        </p:nvGrpSpPr>
        <p:grpSpPr>
          <a:xfrm>
            <a:off x="5759716" y="3680821"/>
            <a:ext cx="317645" cy="318757"/>
            <a:chOff x="5779408" y="3699191"/>
            <a:chExt cx="317645" cy="318757"/>
          </a:xfrm>
        </p:grpSpPr>
        <p:sp>
          <p:nvSpPr>
            <p:cNvPr id="8936" name="Google Shape;8936;p8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8" name="Google Shape;8938;p87"/>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9" name="Google Shape;8939;p87"/>
          <p:cNvGrpSpPr/>
          <p:nvPr/>
        </p:nvGrpSpPr>
        <p:grpSpPr>
          <a:xfrm>
            <a:off x="7370743" y="3662499"/>
            <a:ext cx="372073" cy="355243"/>
            <a:chOff x="7390435" y="3680868"/>
            <a:chExt cx="372073" cy="355243"/>
          </a:xfrm>
        </p:grpSpPr>
        <p:sp>
          <p:nvSpPr>
            <p:cNvPr id="8940" name="Google Shape;8940;p8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87"/>
          <p:cNvGrpSpPr/>
          <p:nvPr/>
        </p:nvGrpSpPr>
        <p:grpSpPr>
          <a:xfrm>
            <a:off x="1392301" y="4119346"/>
            <a:ext cx="374709" cy="374010"/>
            <a:chOff x="1421638" y="4125629"/>
            <a:chExt cx="374709" cy="374010"/>
          </a:xfrm>
        </p:grpSpPr>
        <p:sp>
          <p:nvSpPr>
            <p:cNvPr id="8947" name="Google Shape;8947;p8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87"/>
          <p:cNvGrpSpPr/>
          <p:nvPr/>
        </p:nvGrpSpPr>
        <p:grpSpPr>
          <a:xfrm>
            <a:off x="1943917" y="4135255"/>
            <a:ext cx="357720" cy="342192"/>
            <a:chOff x="1973254" y="4156304"/>
            <a:chExt cx="357720" cy="342192"/>
          </a:xfrm>
        </p:grpSpPr>
        <p:sp>
          <p:nvSpPr>
            <p:cNvPr id="8950" name="Google Shape;8950;p8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87"/>
          <p:cNvGrpSpPr/>
          <p:nvPr/>
        </p:nvGrpSpPr>
        <p:grpSpPr>
          <a:xfrm>
            <a:off x="2494422" y="4136192"/>
            <a:ext cx="341049" cy="340318"/>
            <a:chOff x="2523759" y="4135505"/>
            <a:chExt cx="341049" cy="340318"/>
          </a:xfrm>
        </p:grpSpPr>
        <p:sp>
          <p:nvSpPr>
            <p:cNvPr id="8957" name="Google Shape;8957;p8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87"/>
          <p:cNvGrpSpPr/>
          <p:nvPr/>
        </p:nvGrpSpPr>
        <p:grpSpPr>
          <a:xfrm>
            <a:off x="3011266" y="4131175"/>
            <a:ext cx="392079" cy="350353"/>
            <a:chOff x="3040603" y="4130360"/>
            <a:chExt cx="392079" cy="350353"/>
          </a:xfrm>
        </p:grpSpPr>
        <p:sp>
          <p:nvSpPr>
            <p:cNvPr id="8960" name="Google Shape;8960;p8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87"/>
          <p:cNvGrpSpPr/>
          <p:nvPr/>
        </p:nvGrpSpPr>
        <p:grpSpPr>
          <a:xfrm>
            <a:off x="3632807" y="4136192"/>
            <a:ext cx="232955" cy="340318"/>
            <a:chOff x="3662144" y="4135505"/>
            <a:chExt cx="232955" cy="340318"/>
          </a:xfrm>
        </p:grpSpPr>
        <p:sp>
          <p:nvSpPr>
            <p:cNvPr id="8971" name="Google Shape;8971;p8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87"/>
          <p:cNvGrpSpPr/>
          <p:nvPr/>
        </p:nvGrpSpPr>
        <p:grpSpPr>
          <a:xfrm>
            <a:off x="4119801" y="4122029"/>
            <a:ext cx="344065" cy="368644"/>
            <a:chOff x="4149138" y="4121151"/>
            <a:chExt cx="344065" cy="368644"/>
          </a:xfrm>
        </p:grpSpPr>
        <p:sp>
          <p:nvSpPr>
            <p:cNvPr id="8976" name="Google Shape;8976;p8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8" name="Google Shape;8988;p87"/>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9" name="Google Shape;8989;p87"/>
          <p:cNvGrpSpPr/>
          <p:nvPr/>
        </p:nvGrpSpPr>
        <p:grpSpPr>
          <a:xfrm>
            <a:off x="5176925" y="4174949"/>
            <a:ext cx="397763" cy="262804"/>
            <a:chOff x="5206262" y="4174817"/>
            <a:chExt cx="397763" cy="262804"/>
          </a:xfrm>
        </p:grpSpPr>
        <p:sp>
          <p:nvSpPr>
            <p:cNvPr id="8990" name="Google Shape;8990;p8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87"/>
          <p:cNvGrpSpPr/>
          <p:nvPr/>
        </p:nvGrpSpPr>
        <p:grpSpPr>
          <a:xfrm>
            <a:off x="5698279" y="4161342"/>
            <a:ext cx="440505" cy="290018"/>
            <a:chOff x="5727616" y="4204699"/>
            <a:chExt cx="440505" cy="290018"/>
          </a:xfrm>
        </p:grpSpPr>
        <p:sp>
          <p:nvSpPr>
            <p:cNvPr id="8998" name="Google Shape;8998;p8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87"/>
          <p:cNvGrpSpPr/>
          <p:nvPr/>
        </p:nvGrpSpPr>
        <p:grpSpPr>
          <a:xfrm>
            <a:off x="6380726" y="4124093"/>
            <a:ext cx="159950" cy="364516"/>
            <a:chOff x="6410063" y="4135124"/>
            <a:chExt cx="159950" cy="364516"/>
          </a:xfrm>
        </p:grpSpPr>
        <p:sp>
          <p:nvSpPr>
            <p:cNvPr id="9007" name="Google Shape;9007;p8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87"/>
          <p:cNvGrpSpPr/>
          <p:nvPr/>
        </p:nvGrpSpPr>
        <p:grpSpPr>
          <a:xfrm>
            <a:off x="6641065" y="4124284"/>
            <a:ext cx="214378" cy="364135"/>
            <a:chOff x="6924652" y="4135505"/>
            <a:chExt cx="214378" cy="364135"/>
          </a:xfrm>
        </p:grpSpPr>
        <p:sp>
          <p:nvSpPr>
            <p:cNvPr id="9012" name="Google Shape;9012;p8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6" name="Google Shape;9016;p87"/>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017" name="Google Shape;9017;p8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018" name="Google Shape;9018;p87"/>
          <p:cNvGrpSpPr/>
          <p:nvPr/>
        </p:nvGrpSpPr>
        <p:grpSpPr>
          <a:xfrm>
            <a:off x="841240" y="4119220"/>
            <a:ext cx="374177" cy="374263"/>
            <a:chOff x="775325" y="4143525"/>
            <a:chExt cx="468776" cy="468884"/>
          </a:xfrm>
        </p:grpSpPr>
        <p:sp>
          <p:nvSpPr>
            <p:cNvPr id="9019" name="Google Shape;9019;p87"/>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7"/>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7"/>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7"/>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87"/>
          <p:cNvGrpSpPr/>
          <p:nvPr/>
        </p:nvGrpSpPr>
        <p:grpSpPr>
          <a:xfrm>
            <a:off x="7015917" y="4114633"/>
            <a:ext cx="219464" cy="383437"/>
            <a:chOff x="1426400" y="1814750"/>
            <a:chExt cx="407850" cy="712575"/>
          </a:xfrm>
        </p:grpSpPr>
        <p:sp>
          <p:nvSpPr>
            <p:cNvPr id="9024" name="Google Shape;9024;p87"/>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7"/>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7"/>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87"/>
          <p:cNvGrpSpPr/>
          <p:nvPr/>
        </p:nvGrpSpPr>
        <p:grpSpPr>
          <a:xfrm>
            <a:off x="7391519" y="4149408"/>
            <a:ext cx="313833" cy="313887"/>
            <a:chOff x="1910075" y="2021700"/>
            <a:chExt cx="583225" cy="583325"/>
          </a:xfrm>
        </p:grpSpPr>
        <p:sp>
          <p:nvSpPr>
            <p:cNvPr id="9028" name="Google Shape;9028;p87"/>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7"/>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7"/>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87"/>
          <p:cNvGrpSpPr/>
          <p:nvPr/>
        </p:nvGrpSpPr>
        <p:grpSpPr>
          <a:xfrm>
            <a:off x="7861486" y="4189187"/>
            <a:ext cx="441255" cy="234329"/>
            <a:chOff x="2749275" y="2099575"/>
            <a:chExt cx="820025" cy="435475"/>
          </a:xfrm>
        </p:grpSpPr>
        <p:sp>
          <p:nvSpPr>
            <p:cNvPr id="9032" name="Google Shape;9032;p87"/>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7"/>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7"/>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7"/>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9" name="Shape 9039"/>
        <p:cNvGrpSpPr/>
        <p:nvPr/>
      </p:nvGrpSpPr>
      <p:grpSpPr>
        <a:xfrm>
          <a:off x="0" y="0"/>
          <a:ext cx="0" cy="0"/>
          <a:chOff x="0" y="0"/>
          <a:chExt cx="0" cy="0"/>
        </a:xfrm>
      </p:grpSpPr>
      <p:grpSp>
        <p:nvGrpSpPr>
          <p:cNvPr id="9040" name="Google Shape;9040;p88"/>
          <p:cNvGrpSpPr/>
          <p:nvPr/>
        </p:nvGrpSpPr>
        <p:grpSpPr>
          <a:xfrm>
            <a:off x="1989449" y="4101269"/>
            <a:ext cx="374774" cy="346073"/>
            <a:chOff x="1989449" y="4282269"/>
            <a:chExt cx="374774" cy="346073"/>
          </a:xfrm>
        </p:grpSpPr>
        <p:sp>
          <p:nvSpPr>
            <p:cNvPr id="9041" name="Google Shape;9041;p8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88"/>
          <p:cNvGrpSpPr/>
          <p:nvPr/>
        </p:nvGrpSpPr>
        <p:grpSpPr>
          <a:xfrm>
            <a:off x="2487439" y="4099740"/>
            <a:ext cx="198775" cy="348972"/>
            <a:chOff x="2487439" y="4280740"/>
            <a:chExt cx="198775" cy="348972"/>
          </a:xfrm>
        </p:grpSpPr>
        <p:sp>
          <p:nvSpPr>
            <p:cNvPr id="9047" name="Google Shape;9047;p8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88"/>
          <p:cNvGrpSpPr/>
          <p:nvPr/>
        </p:nvGrpSpPr>
        <p:grpSpPr>
          <a:xfrm>
            <a:off x="2810958" y="4092923"/>
            <a:ext cx="353145" cy="361873"/>
            <a:chOff x="2810958" y="4273923"/>
            <a:chExt cx="353145" cy="361873"/>
          </a:xfrm>
        </p:grpSpPr>
        <p:sp>
          <p:nvSpPr>
            <p:cNvPr id="9052" name="Google Shape;9052;p8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88"/>
          <p:cNvGrpSpPr/>
          <p:nvPr/>
        </p:nvGrpSpPr>
        <p:grpSpPr>
          <a:xfrm>
            <a:off x="6275635" y="4101651"/>
            <a:ext cx="209383" cy="366778"/>
            <a:chOff x="6275635" y="4282651"/>
            <a:chExt cx="209383" cy="366778"/>
          </a:xfrm>
        </p:grpSpPr>
        <p:sp>
          <p:nvSpPr>
            <p:cNvPr id="9060" name="Google Shape;9060;p8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88"/>
          <p:cNvGrpSpPr/>
          <p:nvPr/>
        </p:nvGrpSpPr>
        <p:grpSpPr>
          <a:xfrm>
            <a:off x="6701186" y="4102033"/>
            <a:ext cx="280292" cy="366396"/>
            <a:chOff x="6701186" y="4283033"/>
            <a:chExt cx="280292" cy="366396"/>
          </a:xfrm>
        </p:grpSpPr>
        <p:sp>
          <p:nvSpPr>
            <p:cNvPr id="9063" name="Google Shape;9063;p8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88"/>
          <p:cNvGrpSpPr/>
          <p:nvPr/>
        </p:nvGrpSpPr>
        <p:grpSpPr>
          <a:xfrm>
            <a:off x="2609571" y="3643958"/>
            <a:ext cx="373627" cy="347347"/>
            <a:chOff x="2609571" y="3824958"/>
            <a:chExt cx="373627" cy="347347"/>
          </a:xfrm>
        </p:grpSpPr>
        <p:sp>
          <p:nvSpPr>
            <p:cNvPr id="9066" name="Google Shape;9066;p8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8" name="Google Shape;9068;p88"/>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9" name="Google Shape;9069;p88"/>
          <p:cNvGrpSpPr/>
          <p:nvPr/>
        </p:nvGrpSpPr>
        <p:grpSpPr>
          <a:xfrm>
            <a:off x="916127" y="3626056"/>
            <a:ext cx="221902" cy="380795"/>
            <a:chOff x="916127" y="3807056"/>
            <a:chExt cx="221902" cy="380795"/>
          </a:xfrm>
        </p:grpSpPr>
        <p:sp>
          <p:nvSpPr>
            <p:cNvPr id="9070" name="Google Shape;9070;p8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4" name="Google Shape;9074;p88"/>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8"/>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6" name="Google Shape;9076;p88"/>
          <p:cNvGrpSpPr/>
          <p:nvPr/>
        </p:nvGrpSpPr>
        <p:grpSpPr>
          <a:xfrm>
            <a:off x="3513010" y="3635134"/>
            <a:ext cx="362223" cy="361108"/>
            <a:chOff x="3513010" y="3816134"/>
            <a:chExt cx="362223" cy="361108"/>
          </a:xfrm>
        </p:grpSpPr>
        <p:sp>
          <p:nvSpPr>
            <p:cNvPr id="9077" name="Google Shape;9077;p8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88"/>
          <p:cNvGrpSpPr/>
          <p:nvPr/>
        </p:nvGrpSpPr>
        <p:grpSpPr>
          <a:xfrm>
            <a:off x="3950316" y="3639307"/>
            <a:ext cx="369805" cy="353782"/>
            <a:chOff x="3950316" y="3820307"/>
            <a:chExt cx="369805" cy="353782"/>
          </a:xfrm>
        </p:grpSpPr>
        <p:sp>
          <p:nvSpPr>
            <p:cNvPr id="9082" name="Google Shape;9082;p8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88"/>
          <p:cNvGrpSpPr/>
          <p:nvPr/>
        </p:nvGrpSpPr>
        <p:grpSpPr>
          <a:xfrm>
            <a:off x="1761909" y="3630961"/>
            <a:ext cx="307974" cy="371716"/>
            <a:chOff x="1761909" y="3811961"/>
            <a:chExt cx="307974" cy="371716"/>
          </a:xfrm>
        </p:grpSpPr>
        <p:sp>
          <p:nvSpPr>
            <p:cNvPr id="9087" name="Google Shape;9087;p8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88"/>
          <p:cNvGrpSpPr/>
          <p:nvPr/>
        </p:nvGrpSpPr>
        <p:grpSpPr>
          <a:xfrm>
            <a:off x="5373342" y="3627935"/>
            <a:ext cx="231395" cy="353145"/>
            <a:chOff x="5373342" y="3808935"/>
            <a:chExt cx="231395" cy="353145"/>
          </a:xfrm>
        </p:grpSpPr>
        <p:sp>
          <p:nvSpPr>
            <p:cNvPr id="9098" name="Google Shape;9098;p8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7" name="Google Shape;9107;p88"/>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8" name="Google Shape;9108;p88"/>
          <p:cNvGrpSpPr/>
          <p:nvPr/>
        </p:nvGrpSpPr>
        <p:grpSpPr>
          <a:xfrm>
            <a:off x="5833775" y="3628445"/>
            <a:ext cx="235185" cy="352253"/>
            <a:chOff x="5833775" y="3809445"/>
            <a:chExt cx="235185" cy="352253"/>
          </a:xfrm>
        </p:grpSpPr>
        <p:sp>
          <p:nvSpPr>
            <p:cNvPr id="9109" name="Google Shape;9109;p8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88"/>
          <p:cNvGrpSpPr/>
          <p:nvPr/>
        </p:nvGrpSpPr>
        <p:grpSpPr>
          <a:xfrm>
            <a:off x="4942472" y="3628318"/>
            <a:ext cx="238976" cy="352762"/>
            <a:chOff x="4942472" y="3809318"/>
            <a:chExt cx="238976" cy="352762"/>
          </a:xfrm>
        </p:grpSpPr>
        <p:sp>
          <p:nvSpPr>
            <p:cNvPr id="9113" name="Google Shape;9113;p8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88"/>
          <p:cNvGrpSpPr/>
          <p:nvPr/>
        </p:nvGrpSpPr>
        <p:grpSpPr>
          <a:xfrm>
            <a:off x="6266525" y="3626788"/>
            <a:ext cx="260223" cy="353527"/>
            <a:chOff x="6266525" y="3807788"/>
            <a:chExt cx="260223" cy="353527"/>
          </a:xfrm>
        </p:grpSpPr>
        <p:sp>
          <p:nvSpPr>
            <p:cNvPr id="9121" name="Google Shape;9121;p8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5" name="Google Shape;9125;p88"/>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6" name="Google Shape;9126;p88"/>
          <p:cNvGrpSpPr/>
          <p:nvPr/>
        </p:nvGrpSpPr>
        <p:grpSpPr>
          <a:xfrm>
            <a:off x="7184363" y="3628604"/>
            <a:ext cx="202184" cy="352762"/>
            <a:chOff x="7184363" y="3809604"/>
            <a:chExt cx="202184" cy="352762"/>
          </a:xfrm>
        </p:grpSpPr>
        <p:sp>
          <p:nvSpPr>
            <p:cNvPr id="9127" name="Google Shape;9127;p8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88"/>
          <p:cNvGrpSpPr/>
          <p:nvPr/>
        </p:nvGrpSpPr>
        <p:grpSpPr>
          <a:xfrm>
            <a:off x="7571624" y="3627935"/>
            <a:ext cx="292047" cy="352762"/>
            <a:chOff x="7571624" y="3808935"/>
            <a:chExt cx="292047" cy="352762"/>
          </a:xfrm>
        </p:grpSpPr>
        <p:sp>
          <p:nvSpPr>
            <p:cNvPr id="9130" name="Google Shape;9130;p8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88"/>
          <p:cNvGrpSpPr/>
          <p:nvPr/>
        </p:nvGrpSpPr>
        <p:grpSpPr>
          <a:xfrm>
            <a:off x="2174559" y="3175116"/>
            <a:ext cx="364135" cy="359930"/>
            <a:chOff x="2174559" y="3356116"/>
            <a:chExt cx="364135" cy="359930"/>
          </a:xfrm>
        </p:grpSpPr>
        <p:sp>
          <p:nvSpPr>
            <p:cNvPr id="9137" name="Google Shape;9137;p8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88"/>
          <p:cNvGrpSpPr/>
          <p:nvPr/>
        </p:nvGrpSpPr>
        <p:grpSpPr>
          <a:xfrm>
            <a:off x="1731934" y="3174639"/>
            <a:ext cx="368371" cy="361554"/>
            <a:chOff x="1731934" y="3355639"/>
            <a:chExt cx="368371" cy="361554"/>
          </a:xfrm>
        </p:grpSpPr>
        <p:sp>
          <p:nvSpPr>
            <p:cNvPr id="9140" name="Google Shape;9140;p8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88"/>
          <p:cNvGrpSpPr/>
          <p:nvPr/>
        </p:nvGrpSpPr>
        <p:grpSpPr>
          <a:xfrm>
            <a:off x="3990517" y="3173173"/>
            <a:ext cx="279559" cy="363402"/>
            <a:chOff x="3990517" y="3354173"/>
            <a:chExt cx="279559" cy="363402"/>
          </a:xfrm>
        </p:grpSpPr>
        <p:sp>
          <p:nvSpPr>
            <p:cNvPr id="9143" name="Google Shape;9143;p8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88"/>
          <p:cNvGrpSpPr/>
          <p:nvPr/>
        </p:nvGrpSpPr>
        <p:grpSpPr>
          <a:xfrm>
            <a:off x="3497847" y="3236374"/>
            <a:ext cx="379680" cy="237606"/>
            <a:chOff x="3497847" y="3417374"/>
            <a:chExt cx="379680" cy="237606"/>
          </a:xfrm>
        </p:grpSpPr>
        <p:sp>
          <p:nvSpPr>
            <p:cNvPr id="9147" name="Google Shape;9147;p8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88"/>
          <p:cNvGrpSpPr/>
          <p:nvPr/>
        </p:nvGrpSpPr>
        <p:grpSpPr>
          <a:xfrm>
            <a:off x="2612597" y="3186075"/>
            <a:ext cx="376271" cy="337982"/>
            <a:chOff x="2612597" y="3367075"/>
            <a:chExt cx="376271" cy="337982"/>
          </a:xfrm>
        </p:grpSpPr>
        <p:sp>
          <p:nvSpPr>
            <p:cNvPr id="9152" name="Google Shape;9152;p8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88"/>
          <p:cNvGrpSpPr/>
          <p:nvPr/>
        </p:nvGrpSpPr>
        <p:grpSpPr>
          <a:xfrm>
            <a:off x="3071914" y="3183431"/>
            <a:ext cx="343652" cy="342505"/>
            <a:chOff x="3071914" y="3364431"/>
            <a:chExt cx="343652" cy="342505"/>
          </a:xfrm>
        </p:grpSpPr>
        <p:sp>
          <p:nvSpPr>
            <p:cNvPr id="9155" name="Google Shape;9155;p8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88"/>
          <p:cNvGrpSpPr/>
          <p:nvPr/>
        </p:nvGrpSpPr>
        <p:grpSpPr>
          <a:xfrm>
            <a:off x="897141" y="3178875"/>
            <a:ext cx="257962" cy="352762"/>
            <a:chOff x="897141" y="3359875"/>
            <a:chExt cx="257962" cy="352762"/>
          </a:xfrm>
        </p:grpSpPr>
        <p:sp>
          <p:nvSpPr>
            <p:cNvPr id="9161" name="Google Shape;9161;p8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88"/>
          <p:cNvGrpSpPr/>
          <p:nvPr/>
        </p:nvGrpSpPr>
        <p:grpSpPr>
          <a:xfrm>
            <a:off x="1333682" y="3163330"/>
            <a:ext cx="271213" cy="383088"/>
            <a:chOff x="1333682" y="3344330"/>
            <a:chExt cx="271213" cy="383088"/>
          </a:xfrm>
        </p:grpSpPr>
        <p:sp>
          <p:nvSpPr>
            <p:cNvPr id="9170" name="Google Shape;9170;p8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88"/>
          <p:cNvGrpSpPr/>
          <p:nvPr/>
        </p:nvGrpSpPr>
        <p:grpSpPr>
          <a:xfrm>
            <a:off x="6664394" y="3165974"/>
            <a:ext cx="353113" cy="351998"/>
            <a:chOff x="6664394" y="3346974"/>
            <a:chExt cx="353113" cy="351998"/>
          </a:xfrm>
        </p:grpSpPr>
        <p:sp>
          <p:nvSpPr>
            <p:cNvPr id="9182" name="Google Shape;9182;p8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88"/>
          <p:cNvGrpSpPr/>
          <p:nvPr/>
        </p:nvGrpSpPr>
        <p:grpSpPr>
          <a:xfrm>
            <a:off x="849741" y="1778307"/>
            <a:ext cx="399398" cy="375443"/>
            <a:chOff x="849741" y="1959307"/>
            <a:chExt cx="399398" cy="375443"/>
          </a:xfrm>
        </p:grpSpPr>
        <p:sp>
          <p:nvSpPr>
            <p:cNvPr id="9188" name="Google Shape;9188;p8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88"/>
          <p:cNvGrpSpPr/>
          <p:nvPr/>
        </p:nvGrpSpPr>
        <p:grpSpPr>
          <a:xfrm>
            <a:off x="1284212" y="1782766"/>
            <a:ext cx="379489" cy="366046"/>
            <a:chOff x="1284212" y="1963766"/>
            <a:chExt cx="379489" cy="366046"/>
          </a:xfrm>
        </p:grpSpPr>
        <p:sp>
          <p:nvSpPr>
            <p:cNvPr id="9191" name="Google Shape;9191;p8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88"/>
          <p:cNvGrpSpPr/>
          <p:nvPr/>
        </p:nvGrpSpPr>
        <p:grpSpPr>
          <a:xfrm>
            <a:off x="3037766" y="1788564"/>
            <a:ext cx="370219" cy="354928"/>
            <a:chOff x="3037766" y="1969564"/>
            <a:chExt cx="370219" cy="354928"/>
          </a:xfrm>
        </p:grpSpPr>
        <p:sp>
          <p:nvSpPr>
            <p:cNvPr id="9194" name="Google Shape;9194;p8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88"/>
          <p:cNvGrpSpPr/>
          <p:nvPr/>
        </p:nvGrpSpPr>
        <p:grpSpPr>
          <a:xfrm>
            <a:off x="3982553" y="1790730"/>
            <a:ext cx="304566" cy="350501"/>
            <a:chOff x="3982553" y="1971730"/>
            <a:chExt cx="304566" cy="350501"/>
          </a:xfrm>
        </p:grpSpPr>
        <p:sp>
          <p:nvSpPr>
            <p:cNvPr id="9199" name="Google Shape;9199;p8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88"/>
          <p:cNvGrpSpPr/>
          <p:nvPr/>
        </p:nvGrpSpPr>
        <p:grpSpPr>
          <a:xfrm>
            <a:off x="2567841" y="1813124"/>
            <a:ext cx="399812" cy="306477"/>
            <a:chOff x="2567841" y="1994124"/>
            <a:chExt cx="399812" cy="306477"/>
          </a:xfrm>
        </p:grpSpPr>
        <p:sp>
          <p:nvSpPr>
            <p:cNvPr id="9202" name="Google Shape;9202;p8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88"/>
          <p:cNvGrpSpPr/>
          <p:nvPr/>
        </p:nvGrpSpPr>
        <p:grpSpPr>
          <a:xfrm>
            <a:off x="2212084" y="1779358"/>
            <a:ext cx="324698" cy="372863"/>
            <a:chOff x="2212084" y="1960358"/>
            <a:chExt cx="324698" cy="372863"/>
          </a:xfrm>
        </p:grpSpPr>
        <p:sp>
          <p:nvSpPr>
            <p:cNvPr id="9206" name="Google Shape;9206;p8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88"/>
          <p:cNvGrpSpPr/>
          <p:nvPr/>
        </p:nvGrpSpPr>
        <p:grpSpPr>
          <a:xfrm>
            <a:off x="1805901" y="1779358"/>
            <a:ext cx="284847" cy="373627"/>
            <a:chOff x="1805901" y="1960358"/>
            <a:chExt cx="284847" cy="373627"/>
          </a:xfrm>
        </p:grpSpPr>
        <p:sp>
          <p:nvSpPr>
            <p:cNvPr id="9210" name="Google Shape;9210;p8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2" name="Google Shape;9212;p88"/>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8"/>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8"/>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5" name="Google Shape;9215;p88"/>
          <p:cNvGrpSpPr/>
          <p:nvPr/>
        </p:nvGrpSpPr>
        <p:grpSpPr>
          <a:xfrm>
            <a:off x="6656812" y="1848388"/>
            <a:ext cx="368690" cy="245793"/>
            <a:chOff x="6656812" y="2029388"/>
            <a:chExt cx="368690" cy="245793"/>
          </a:xfrm>
        </p:grpSpPr>
        <p:sp>
          <p:nvSpPr>
            <p:cNvPr id="9216" name="Google Shape;9216;p8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88"/>
          <p:cNvGrpSpPr/>
          <p:nvPr/>
        </p:nvGrpSpPr>
        <p:grpSpPr>
          <a:xfrm>
            <a:off x="4869651" y="1831218"/>
            <a:ext cx="376654" cy="281566"/>
            <a:chOff x="4869651" y="2012218"/>
            <a:chExt cx="376654" cy="281566"/>
          </a:xfrm>
        </p:grpSpPr>
        <p:sp>
          <p:nvSpPr>
            <p:cNvPr id="9227" name="Google Shape;9227;p8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88"/>
          <p:cNvGrpSpPr/>
          <p:nvPr/>
        </p:nvGrpSpPr>
        <p:grpSpPr>
          <a:xfrm>
            <a:off x="5306224" y="1831313"/>
            <a:ext cx="367925" cy="281694"/>
            <a:chOff x="5306224" y="2012313"/>
            <a:chExt cx="367925" cy="281694"/>
          </a:xfrm>
        </p:grpSpPr>
        <p:sp>
          <p:nvSpPr>
            <p:cNvPr id="9232" name="Google Shape;9232;p8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4" name="Google Shape;9234;p88"/>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5" name="Google Shape;9235;p88"/>
          <p:cNvGrpSpPr/>
          <p:nvPr/>
        </p:nvGrpSpPr>
        <p:grpSpPr>
          <a:xfrm>
            <a:off x="6195998" y="1802102"/>
            <a:ext cx="368308" cy="338746"/>
            <a:chOff x="6195998" y="1983102"/>
            <a:chExt cx="368308" cy="338746"/>
          </a:xfrm>
        </p:grpSpPr>
        <p:sp>
          <p:nvSpPr>
            <p:cNvPr id="9236" name="Google Shape;9236;p8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88"/>
          <p:cNvGrpSpPr/>
          <p:nvPr/>
        </p:nvGrpSpPr>
        <p:grpSpPr>
          <a:xfrm>
            <a:off x="7542031" y="1830835"/>
            <a:ext cx="369072" cy="280037"/>
            <a:chOff x="7542031" y="2011835"/>
            <a:chExt cx="369072" cy="280037"/>
          </a:xfrm>
        </p:grpSpPr>
        <p:sp>
          <p:nvSpPr>
            <p:cNvPr id="9240" name="Google Shape;9240;p8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88"/>
          <p:cNvGrpSpPr/>
          <p:nvPr/>
        </p:nvGrpSpPr>
        <p:grpSpPr>
          <a:xfrm>
            <a:off x="8010427" y="3167503"/>
            <a:ext cx="278795" cy="351615"/>
            <a:chOff x="8010427" y="3348503"/>
            <a:chExt cx="278795" cy="351615"/>
          </a:xfrm>
        </p:grpSpPr>
        <p:sp>
          <p:nvSpPr>
            <p:cNvPr id="9250" name="Google Shape;9250;p8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4" name="Google Shape;9254;p88"/>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5" name="Google Shape;9255;p88"/>
          <p:cNvGrpSpPr/>
          <p:nvPr/>
        </p:nvGrpSpPr>
        <p:grpSpPr>
          <a:xfrm>
            <a:off x="7141900" y="3168204"/>
            <a:ext cx="281057" cy="351010"/>
            <a:chOff x="7141900" y="3349204"/>
            <a:chExt cx="281057" cy="351010"/>
          </a:xfrm>
        </p:grpSpPr>
        <p:sp>
          <p:nvSpPr>
            <p:cNvPr id="9256" name="Google Shape;9256;p8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88"/>
          <p:cNvGrpSpPr/>
          <p:nvPr/>
        </p:nvGrpSpPr>
        <p:grpSpPr>
          <a:xfrm>
            <a:off x="5314188" y="3169032"/>
            <a:ext cx="363752" cy="353113"/>
            <a:chOff x="5314188" y="3350032"/>
            <a:chExt cx="363752" cy="353113"/>
          </a:xfrm>
        </p:grpSpPr>
        <p:sp>
          <p:nvSpPr>
            <p:cNvPr id="9260" name="Google Shape;9260;p8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88"/>
          <p:cNvGrpSpPr/>
          <p:nvPr/>
        </p:nvGrpSpPr>
        <p:grpSpPr>
          <a:xfrm>
            <a:off x="5829984" y="3169032"/>
            <a:ext cx="220755" cy="352348"/>
            <a:chOff x="5829984" y="3350032"/>
            <a:chExt cx="220755" cy="352348"/>
          </a:xfrm>
        </p:grpSpPr>
        <p:sp>
          <p:nvSpPr>
            <p:cNvPr id="9263" name="Google Shape;9263;p8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88"/>
          <p:cNvGrpSpPr/>
          <p:nvPr/>
        </p:nvGrpSpPr>
        <p:grpSpPr>
          <a:xfrm>
            <a:off x="4882170" y="3168841"/>
            <a:ext cx="358464" cy="352316"/>
            <a:chOff x="4882170" y="3349841"/>
            <a:chExt cx="358464" cy="352316"/>
          </a:xfrm>
        </p:grpSpPr>
        <p:sp>
          <p:nvSpPr>
            <p:cNvPr id="9268" name="Google Shape;9268;p8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0" name="Google Shape;9270;p88"/>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8"/>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2" name="Google Shape;9272;p88"/>
          <p:cNvGrpSpPr/>
          <p:nvPr/>
        </p:nvGrpSpPr>
        <p:grpSpPr>
          <a:xfrm>
            <a:off x="3044965" y="2254220"/>
            <a:ext cx="400194" cy="324316"/>
            <a:chOff x="3044965" y="2435220"/>
            <a:chExt cx="400194" cy="324316"/>
          </a:xfrm>
        </p:grpSpPr>
        <p:sp>
          <p:nvSpPr>
            <p:cNvPr id="9273" name="Google Shape;9273;p8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88"/>
          <p:cNvGrpSpPr/>
          <p:nvPr/>
        </p:nvGrpSpPr>
        <p:grpSpPr>
          <a:xfrm>
            <a:off x="6203579" y="3167981"/>
            <a:ext cx="351615" cy="350373"/>
            <a:chOff x="6203579" y="3348981"/>
            <a:chExt cx="351615" cy="350373"/>
          </a:xfrm>
        </p:grpSpPr>
        <p:sp>
          <p:nvSpPr>
            <p:cNvPr id="9277" name="Google Shape;9277;p8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88"/>
          <p:cNvGrpSpPr/>
          <p:nvPr/>
        </p:nvGrpSpPr>
        <p:grpSpPr>
          <a:xfrm>
            <a:off x="4878379" y="2292892"/>
            <a:ext cx="367161" cy="287523"/>
            <a:chOff x="4878379" y="2473892"/>
            <a:chExt cx="367161" cy="287523"/>
          </a:xfrm>
        </p:grpSpPr>
        <p:sp>
          <p:nvSpPr>
            <p:cNvPr id="9283" name="Google Shape;9283;p8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88"/>
          <p:cNvGrpSpPr/>
          <p:nvPr/>
        </p:nvGrpSpPr>
        <p:grpSpPr>
          <a:xfrm>
            <a:off x="1325719" y="2706689"/>
            <a:ext cx="290581" cy="372481"/>
            <a:chOff x="1325719" y="2887689"/>
            <a:chExt cx="290581" cy="372481"/>
          </a:xfrm>
        </p:grpSpPr>
        <p:sp>
          <p:nvSpPr>
            <p:cNvPr id="9289" name="Google Shape;9289;p8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1" name="Google Shape;9291;p88"/>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2" name="Google Shape;9292;p88"/>
          <p:cNvGrpSpPr/>
          <p:nvPr/>
        </p:nvGrpSpPr>
        <p:grpSpPr>
          <a:xfrm>
            <a:off x="3510335" y="2711499"/>
            <a:ext cx="360726" cy="361204"/>
            <a:chOff x="3510335" y="2892499"/>
            <a:chExt cx="360726" cy="361204"/>
          </a:xfrm>
        </p:grpSpPr>
        <p:sp>
          <p:nvSpPr>
            <p:cNvPr id="9293" name="Google Shape;9293;p8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88"/>
          <p:cNvGrpSpPr/>
          <p:nvPr/>
        </p:nvGrpSpPr>
        <p:grpSpPr>
          <a:xfrm>
            <a:off x="3086313" y="2696049"/>
            <a:ext cx="320143" cy="392581"/>
            <a:chOff x="3086313" y="2877049"/>
            <a:chExt cx="320143" cy="392581"/>
          </a:xfrm>
        </p:grpSpPr>
        <p:sp>
          <p:nvSpPr>
            <p:cNvPr id="9299" name="Google Shape;9299;p8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1" name="Google Shape;9311;p88"/>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2" name="Google Shape;9312;p88"/>
          <p:cNvGrpSpPr/>
          <p:nvPr/>
        </p:nvGrpSpPr>
        <p:grpSpPr>
          <a:xfrm>
            <a:off x="861113" y="2704746"/>
            <a:ext cx="333809" cy="373277"/>
            <a:chOff x="861113" y="2885746"/>
            <a:chExt cx="333809" cy="373277"/>
          </a:xfrm>
        </p:grpSpPr>
        <p:sp>
          <p:nvSpPr>
            <p:cNvPr id="9313" name="Google Shape;9313;p8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6" name="Google Shape;9316;p88"/>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8"/>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8" name="Google Shape;9318;p88"/>
          <p:cNvGrpSpPr/>
          <p:nvPr/>
        </p:nvGrpSpPr>
        <p:grpSpPr>
          <a:xfrm>
            <a:off x="1297654" y="1323481"/>
            <a:ext cx="349354" cy="362223"/>
            <a:chOff x="1297654" y="1504481"/>
            <a:chExt cx="349354" cy="362223"/>
          </a:xfrm>
        </p:grpSpPr>
        <p:sp>
          <p:nvSpPr>
            <p:cNvPr id="9319" name="Google Shape;9319;p8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2" name="Google Shape;9322;p88"/>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3" name="Google Shape;9323;p88"/>
          <p:cNvGrpSpPr/>
          <p:nvPr/>
        </p:nvGrpSpPr>
        <p:grpSpPr>
          <a:xfrm>
            <a:off x="852385" y="1329916"/>
            <a:ext cx="353145" cy="351998"/>
            <a:chOff x="852385" y="1510916"/>
            <a:chExt cx="353145" cy="351998"/>
          </a:xfrm>
        </p:grpSpPr>
        <p:sp>
          <p:nvSpPr>
            <p:cNvPr id="9324" name="Google Shape;9324;p8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88"/>
          <p:cNvGrpSpPr/>
          <p:nvPr/>
        </p:nvGrpSpPr>
        <p:grpSpPr>
          <a:xfrm>
            <a:off x="1745217" y="1334471"/>
            <a:ext cx="343269" cy="342505"/>
            <a:chOff x="1745217" y="1515471"/>
            <a:chExt cx="343269" cy="342505"/>
          </a:xfrm>
        </p:grpSpPr>
        <p:sp>
          <p:nvSpPr>
            <p:cNvPr id="9328" name="Google Shape;9328;p8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2" name="Google Shape;9332;p88"/>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3" name="Google Shape;9333;p88"/>
          <p:cNvGrpSpPr/>
          <p:nvPr/>
        </p:nvGrpSpPr>
        <p:grpSpPr>
          <a:xfrm>
            <a:off x="3042703" y="1348137"/>
            <a:ext cx="411535" cy="315587"/>
            <a:chOff x="3042703" y="1529137"/>
            <a:chExt cx="411535" cy="315587"/>
          </a:xfrm>
        </p:grpSpPr>
        <p:sp>
          <p:nvSpPr>
            <p:cNvPr id="9334" name="Google Shape;9334;p8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88"/>
          <p:cNvGrpSpPr/>
          <p:nvPr/>
        </p:nvGrpSpPr>
        <p:grpSpPr>
          <a:xfrm>
            <a:off x="2629289" y="1363682"/>
            <a:ext cx="350501" cy="284497"/>
            <a:chOff x="2629289" y="1544682"/>
            <a:chExt cx="350501" cy="284497"/>
          </a:xfrm>
        </p:grpSpPr>
        <p:sp>
          <p:nvSpPr>
            <p:cNvPr id="9345" name="Google Shape;9345;p8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88"/>
          <p:cNvGrpSpPr/>
          <p:nvPr/>
        </p:nvGrpSpPr>
        <p:grpSpPr>
          <a:xfrm>
            <a:off x="5305077" y="1321633"/>
            <a:ext cx="367893" cy="365218"/>
            <a:chOff x="5305077" y="1502633"/>
            <a:chExt cx="367893" cy="365218"/>
          </a:xfrm>
        </p:grpSpPr>
        <p:sp>
          <p:nvSpPr>
            <p:cNvPr id="9351" name="Google Shape;9351;p8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88"/>
          <p:cNvGrpSpPr/>
          <p:nvPr/>
        </p:nvGrpSpPr>
        <p:grpSpPr>
          <a:xfrm>
            <a:off x="7100170" y="1319117"/>
            <a:ext cx="368308" cy="367033"/>
            <a:chOff x="7100170" y="1500117"/>
            <a:chExt cx="368308" cy="367033"/>
          </a:xfrm>
        </p:grpSpPr>
        <p:sp>
          <p:nvSpPr>
            <p:cNvPr id="9354" name="Google Shape;9354;p8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7" name="Google Shape;9367;p88"/>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8" name="Google Shape;9368;p88"/>
          <p:cNvGrpSpPr/>
          <p:nvPr/>
        </p:nvGrpSpPr>
        <p:grpSpPr>
          <a:xfrm>
            <a:off x="6649231" y="1319021"/>
            <a:ext cx="390287" cy="367065"/>
            <a:chOff x="6649231" y="1500021"/>
            <a:chExt cx="390287" cy="367065"/>
          </a:xfrm>
        </p:grpSpPr>
        <p:sp>
          <p:nvSpPr>
            <p:cNvPr id="9369" name="Google Shape;9369;p8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88"/>
          <p:cNvGrpSpPr/>
          <p:nvPr/>
        </p:nvGrpSpPr>
        <p:grpSpPr>
          <a:xfrm>
            <a:off x="5746938" y="1362503"/>
            <a:ext cx="387261" cy="280356"/>
            <a:chOff x="5746938" y="1543503"/>
            <a:chExt cx="387261" cy="280356"/>
          </a:xfrm>
        </p:grpSpPr>
        <p:sp>
          <p:nvSpPr>
            <p:cNvPr id="9382" name="Google Shape;9382;p8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88"/>
          <p:cNvGrpSpPr/>
          <p:nvPr/>
        </p:nvGrpSpPr>
        <p:grpSpPr>
          <a:xfrm>
            <a:off x="6196730" y="1344346"/>
            <a:ext cx="369072" cy="317467"/>
            <a:chOff x="6196730" y="1525346"/>
            <a:chExt cx="369072" cy="317467"/>
          </a:xfrm>
        </p:grpSpPr>
        <p:sp>
          <p:nvSpPr>
            <p:cNvPr id="9385" name="Google Shape;9385;p8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88"/>
          <p:cNvGrpSpPr/>
          <p:nvPr/>
        </p:nvGrpSpPr>
        <p:grpSpPr>
          <a:xfrm>
            <a:off x="4940592" y="1319690"/>
            <a:ext cx="246558" cy="367161"/>
            <a:chOff x="4940592" y="1500690"/>
            <a:chExt cx="246558" cy="367161"/>
          </a:xfrm>
        </p:grpSpPr>
        <p:sp>
          <p:nvSpPr>
            <p:cNvPr id="9389" name="Google Shape;9389;p8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88"/>
          <p:cNvGrpSpPr/>
          <p:nvPr/>
        </p:nvGrpSpPr>
        <p:grpSpPr>
          <a:xfrm>
            <a:off x="7964906" y="1318894"/>
            <a:ext cx="380858" cy="367575"/>
            <a:chOff x="7964906" y="1499894"/>
            <a:chExt cx="380858" cy="367575"/>
          </a:xfrm>
        </p:grpSpPr>
        <p:sp>
          <p:nvSpPr>
            <p:cNvPr id="9394" name="Google Shape;9394;p8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7" name="Google Shape;9397;p88"/>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8" name="Google Shape;9398;p88"/>
          <p:cNvGrpSpPr/>
          <p:nvPr/>
        </p:nvGrpSpPr>
        <p:grpSpPr>
          <a:xfrm>
            <a:off x="8007400" y="2721278"/>
            <a:ext cx="285230" cy="355597"/>
            <a:chOff x="8007400" y="2902278"/>
            <a:chExt cx="285230" cy="355597"/>
          </a:xfrm>
        </p:grpSpPr>
        <p:sp>
          <p:nvSpPr>
            <p:cNvPr id="9399" name="Google Shape;9399;p8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88"/>
          <p:cNvGrpSpPr/>
          <p:nvPr/>
        </p:nvGrpSpPr>
        <p:grpSpPr>
          <a:xfrm>
            <a:off x="6219124" y="2721788"/>
            <a:ext cx="318231" cy="355470"/>
            <a:chOff x="6219124" y="2902788"/>
            <a:chExt cx="318231" cy="355470"/>
          </a:xfrm>
        </p:grpSpPr>
        <p:sp>
          <p:nvSpPr>
            <p:cNvPr id="9402" name="Google Shape;9402;p8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88"/>
          <p:cNvGrpSpPr/>
          <p:nvPr/>
        </p:nvGrpSpPr>
        <p:grpSpPr>
          <a:xfrm>
            <a:off x="4969421" y="2721852"/>
            <a:ext cx="185109" cy="355406"/>
            <a:chOff x="4969421" y="2902852"/>
            <a:chExt cx="185109" cy="355406"/>
          </a:xfrm>
        </p:grpSpPr>
        <p:sp>
          <p:nvSpPr>
            <p:cNvPr id="9406" name="Google Shape;9406;p8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2" name="Google Shape;9412;p88"/>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8"/>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4" name="Google Shape;9414;p88"/>
          <p:cNvGrpSpPr/>
          <p:nvPr/>
        </p:nvGrpSpPr>
        <p:grpSpPr>
          <a:xfrm>
            <a:off x="6685259" y="2721852"/>
            <a:ext cx="311414" cy="355406"/>
            <a:chOff x="6685259" y="2902852"/>
            <a:chExt cx="311414" cy="355406"/>
          </a:xfrm>
        </p:grpSpPr>
        <p:sp>
          <p:nvSpPr>
            <p:cNvPr id="9415" name="Google Shape;9415;p8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88"/>
          <p:cNvGrpSpPr/>
          <p:nvPr/>
        </p:nvGrpSpPr>
        <p:grpSpPr>
          <a:xfrm>
            <a:off x="5309250" y="2722170"/>
            <a:ext cx="359579" cy="355852"/>
            <a:chOff x="5309250" y="2903170"/>
            <a:chExt cx="359579" cy="355852"/>
          </a:xfrm>
        </p:grpSpPr>
        <p:sp>
          <p:nvSpPr>
            <p:cNvPr id="9419" name="Google Shape;9419;p8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88"/>
          <p:cNvGrpSpPr/>
          <p:nvPr/>
        </p:nvGrpSpPr>
        <p:grpSpPr>
          <a:xfrm>
            <a:off x="2199565" y="2240172"/>
            <a:ext cx="312179" cy="353431"/>
            <a:chOff x="2199565" y="2421172"/>
            <a:chExt cx="312179" cy="353431"/>
          </a:xfrm>
        </p:grpSpPr>
        <p:sp>
          <p:nvSpPr>
            <p:cNvPr id="9423" name="Google Shape;9423;p8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88"/>
          <p:cNvGrpSpPr/>
          <p:nvPr/>
        </p:nvGrpSpPr>
        <p:grpSpPr>
          <a:xfrm>
            <a:off x="1750887" y="2244727"/>
            <a:ext cx="320143" cy="343269"/>
            <a:chOff x="1750887" y="2425727"/>
            <a:chExt cx="320143" cy="343269"/>
          </a:xfrm>
        </p:grpSpPr>
        <p:sp>
          <p:nvSpPr>
            <p:cNvPr id="9426" name="Google Shape;9426;p8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88"/>
          <p:cNvGrpSpPr/>
          <p:nvPr/>
        </p:nvGrpSpPr>
        <p:grpSpPr>
          <a:xfrm>
            <a:off x="1298037" y="2244727"/>
            <a:ext cx="338364" cy="342887"/>
            <a:chOff x="1298037" y="2425727"/>
            <a:chExt cx="338364" cy="342887"/>
          </a:xfrm>
        </p:grpSpPr>
        <p:sp>
          <p:nvSpPr>
            <p:cNvPr id="9429" name="Google Shape;9429;p8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3" name="Google Shape;9433;p88"/>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4" name="Google Shape;9434;p88"/>
          <p:cNvGrpSpPr/>
          <p:nvPr/>
        </p:nvGrpSpPr>
        <p:grpSpPr>
          <a:xfrm>
            <a:off x="3974207" y="2248009"/>
            <a:ext cx="320143" cy="338491"/>
            <a:chOff x="3974207" y="2429009"/>
            <a:chExt cx="320143" cy="338491"/>
          </a:xfrm>
        </p:grpSpPr>
        <p:sp>
          <p:nvSpPr>
            <p:cNvPr id="9435" name="Google Shape;9435;p8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88"/>
          <p:cNvGrpSpPr/>
          <p:nvPr/>
        </p:nvGrpSpPr>
        <p:grpSpPr>
          <a:xfrm>
            <a:off x="2623237" y="2250047"/>
            <a:ext cx="355024" cy="332630"/>
            <a:chOff x="2623237" y="2431047"/>
            <a:chExt cx="355024" cy="332630"/>
          </a:xfrm>
        </p:grpSpPr>
        <p:sp>
          <p:nvSpPr>
            <p:cNvPr id="9438" name="Google Shape;9438;p8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88"/>
          <p:cNvGrpSpPr/>
          <p:nvPr/>
        </p:nvGrpSpPr>
        <p:grpSpPr>
          <a:xfrm>
            <a:off x="6657194" y="2253073"/>
            <a:ext cx="375507" cy="367925"/>
            <a:chOff x="6657194" y="2434073"/>
            <a:chExt cx="375507" cy="367925"/>
          </a:xfrm>
        </p:grpSpPr>
        <p:sp>
          <p:nvSpPr>
            <p:cNvPr id="9443" name="Google Shape;9443;p8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88"/>
          <p:cNvGrpSpPr/>
          <p:nvPr/>
        </p:nvGrpSpPr>
        <p:grpSpPr>
          <a:xfrm>
            <a:off x="7101317" y="2260655"/>
            <a:ext cx="367925" cy="352380"/>
            <a:chOff x="7101317" y="2441655"/>
            <a:chExt cx="367925" cy="352380"/>
          </a:xfrm>
        </p:grpSpPr>
        <p:sp>
          <p:nvSpPr>
            <p:cNvPr id="9447" name="Google Shape;9447;p8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88"/>
          <p:cNvGrpSpPr/>
          <p:nvPr/>
        </p:nvGrpSpPr>
        <p:grpSpPr>
          <a:xfrm>
            <a:off x="5756399" y="2253456"/>
            <a:ext cx="367925" cy="367161"/>
            <a:chOff x="5756399" y="2434456"/>
            <a:chExt cx="367925" cy="367161"/>
          </a:xfrm>
        </p:grpSpPr>
        <p:sp>
          <p:nvSpPr>
            <p:cNvPr id="9450" name="Google Shape;9450;p8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7" name="Google Shape;9457;p88"/>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8"/>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9" name="Google Shape;9459;p88"/>
          <p:cNvGrpSpPr/>
          <p:nvPr/>
        </p:nvGrpSpPr>
        <p:grpSpPr>
          <a:xfrm>
            <a:off x="7964906" y="2253073"/>
            <a:ext cx="373627" cy="367925"/>
            <a:chOff x="7964906" y="2434073"/>
            <a:chExt cx="373627" cy="367925"/>
          </a:xfrm>
        </p:grpSpPr>
        <p:sp>
          <p:nvSpPr>
            <p:cNvPr id="9460" name="Google Shape;9460;p8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88"/>
          <p:cNvGrpSpPr/>
          <p:nvPr/>
        </p:nvGrpSpPr>
        <p:grpSpPr>
          <a:xfrm>
            <a:off x="6194086" y="2256737"/>
            <a:ext cx="369837" cy="360471"/>
            <a:chOff x="6194086" y="2437737"/>
            <a:chExt cx="369837" cy="360471"/>
          </a:xfrm>
        </p:grpSpPr>
        <p:sp>
          <p:nvSpPr>
            <p:cNvPr id="9463" name="Google Shape;9463;p8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5" name="Google Shape;9465;p88"/>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466" name="Google Shape;9466;p88"/>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70" name="Shape 9470"/>
        <p:cNvGrpSpPr/>
        <p:nvPr/>
      </p:nvGrpSpPr>
      <p:grpSpPr>
        <a:xfrm>
          <a:off x="0" y="0"/>
          <a:ext cx="0" cy="0"/>
          <a:chOff x="0" y="0"/>
          <a:chExt cx="0" cy="0"/>
        </a:xfrm>
      </p:grpSpPr>
      <p:grpSp>
        <p:nvGrpSpPr>
          <p:cNvPr id="9471" name="Google Shape;9471;p89"/>
          <p:cNvGrpSpPr/>
          <p:nvPr/>
        </p:nvGrpSpPr>
        <p:grpSpPr>
          <a:xfrm>
            <a:off x="3122257" y="1334344"/>
            <a:ext cx="294850" cy="349434"/>
            <a:chOff x="3122257" y="1508594"/>
            <a:chExt cx="294850" cy="349434"/>
          </a:xfrm>
        </p:grpSpPr>
        <p:sp>
          <p:nvSpPr>
            <p:cNvPr id="9472" name="Google Shape;9472;p8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89"/>
          <p:cNvGrpSpPr/>
          <p:nvPr/>
        </p:nvGrpSpPr>
        <p:grpSpPr>
          <a:xfrm>
            <a:off x="910723" y="1333962"/>
            <a:ext cx="251660" cy="350166"/>
            <a:chOff x="910723" y="1508212"/>
            <a:chExt cx="251660" cy="350166"/>
          </a:xfrm>
        </p:grpSpPr>
        <p:sp>
          <p:nvSpPr>
            <p:cNvPr id="9478" name="Google Shape;9478;p8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89"/>
          <p:cNvGrpSpPr/>
          <p:nvPr/>
        </p:nvGrpSpPr>
        <p:grpSpPr>
          <a:xfrm>
            <a:off x="1308631" y="1333580"/>
            <a:ext cx="350166" cy="350198"/>
            <a:chOff x="1308631" y="1507830"/>
            <a:chExt cx="350166" cy="350198"/>
          </a:xfrm>
        </p:grpSpPr>
        <p:sp>
          <p:nvSpPr>
            <p:cNvPr id="9496" name="Google Shape;9496;p8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89"/>
          <p:cNvGrpSpPr/>
          <p:nvPr/>
        </p:nvGrpSpPr>
        <p:grpSpPr>
          <a:xfrm>
            <a:off x="1756921" y="1335489"/>
            <a:ext cx="345997" cy="345997"/>
            <a:chOff x="1756921" y="1509739"/>
            <a:chExt cx="345997" cy="345997"/>
          </a:xfrm>
        </p:grpSpPr>
        <p:sp>
          <p:nvSpPr>
            <p:cNvPr id="9501" name="Google Shape;9501;p8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89"/>
          <p:cNvGrpSpPr/>
          <p:nvPr/>
        </p:nvGrpSpPr>
        <p:grpSpPr>
          <a:xfrm>
            <a:off x="2216956" y="1336253"/>
            <a:ext cx="318721" cy="345615"/>
            <a:chOff x="2216956" y="1510503"/>
            <a:chExt cx="318721" cy="345615"/>
          </a:xfrm>
        </p:grpSpPr>
        <p:sp>
          <p:nvSpPr>
            <p:cNvPr id="9519" name="Google Shape;9519;p8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89"/>
          <p:cNvGrpSpPr/>
          <p:nvPr/>
        </p:nvGrpSpPr>
        <p:grpSpPr>
          <a:xfrm>
            <a:off x="3988156" y="1394211"/>
            <a:ext cx="349052" cy="230049"/>
            <a:chOff x="3988156" y="1568461"/>
            <a:chExt cx="349052" cy="230049"/>
          </a:xfrm>
        </p:grpSpPr>
        <p:sp>
          <p:nvSpPr>
            <p:cNvPr id="9525" name="Google Shape;9525;p8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89"/>
          <p:cNvGrpSpPr/>
          <p:nvPr/>
        </p:nvGrpSpPr>
        <p:grpSpPr>
          <a:xfrm>
            <a:off x="2633037" y="1325623"/>
            <a:ext cx="379002" cy="366112"/>
            <a:chOff x="2633037" y="1499873"/>
            <a:chExt cx="379002" cy="366112"/>
          </a:xfrm>
        </p:grpSpPr>
        <p:sp>
          <p:nvSpPr>
            <p:cNvPr id="9533" name="Google Shape;9533;p8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89"/>
          <p:cNvGrpSpPr/>
          <p:nvPr/>
        </p:nvGrpSpPr>
        <p:grpSpPr>
          <a:xfrm>
            <a:off x="6675256" y="1341919"/>
            <a:ext cx="327823" cy="357009"/>
            <a:chOff x="6675256" y="1516169"/>
            <a:chExt cx="327823" cy="357009"/>
          </a:xfrm>
        </p:grpSpPr>
        <p:sp>
          <p:nvSpPr>
            <p:cNvPr id="9540" name="Google Shape;9540;p8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89"/>
          <p:cNvGrpSpPr/>
          <p:nvPr/>
        </p:nvGrpSpPr>
        <p:grpSpPr>
          <a:xfrm>
            <a:off x="8020159" y="1342301"/>
            <a:ext cx="300897" cy="356627"/>
            <a:chOff x="8020159" y="1516551"/>
            <a:chExt cx="300897" cy="356627"/>
          </a:xfrm>
        </p:grpSpPr>
        <p:sp>
          <p:nvSpPr>
            <p:cNvPr id="9550" name="Google Shape;9550;p8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89"/>
          <p:cNvGrpSpPr/>
          <p:nvPr/>
        </p:nvGrpSpPr>
        <p:grpSpPr>
          <a:xfrm>
            <a:off x="5377363" y="1341919"/>
            <a:ext cx="257357" cy="356627"/>
            <a:chOff x="5377363" y="1516169"/>
            <a:chExt cx="257357" cy="356627"/>
          </a:xfrm>
        </p:grpSpPr>
        <p:sp>
          <p:nvSpPr>
            <p:cNvPr id="9556" name="Google Shape;9556;p8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89"/>
          <p:cNvGrpSpPr/>
          <p:nvPr/>
        </p:nvGrpSpPr>
        <p:grpSpPr>
          <a:xfrm>
            <a:off x="4880567" y="1361620"/>
            <a:ext cx="356245" cy="317607"/>
            <a:chOff x="4880567" y="1535870"/>
            <a:chExt cx="356245" cy="317607"/>
          </a:xfrm>
        </p:grpSpPr>
        <p:sp>
          <p:nvSpPr>
            <p:cNvPr id="9574" name="Google Shape;9574;p8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89"/>
          <p:cNvGrpSpPr/>
          <p:nvPr/>
        </p:nvGrpSpPr>
        <p:grpSpPr>
          <a:xfrm>
            <a:off x="5771483" y="1341537"/>
            <a:ext cx="357359" cy="357391"/>
            <a:chOff x="5771483" y="1515787"/>
            <a:chExt cx="357359" cy="357391"/>
          </a:xfrm>
        </p:grpSpPr>
        <p:sp>
          <p:nvSpPr>
            <p:cNvPr id="9580" name="Google Shape;9580;p8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89"/>
          <p:cNvGrpSpPr/>
          <p:nvPr/>
        </p:nvGrpSpPr>
        <p:grpSpPr>
          <a:xfrm>
            <a:off x="7121669" y="1359360"/>
            <a:ext cx="321362" cy="321362"/>
            <a:chOff x="7121669" y="1533610"/>
            <a:chExt cx="321362" cy="321362"/>
          </a:xfrm>
        </p:grpSpPr>
        <p:sp>
          <p:nvSpPr>
            <p:cNvPr id="9585" name="Google Shape;9585;p8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89"/>
          <p:cNvGrpSpPr/>
          <p:nvPr/>
        </p:nvGrpSpPr>
        <p:grpSpPr>
          <a:xfrm>
            <a:off x="7562766" y="1340614"/>
            <a:ext cx="327059" cy="360192"/>
            <a:chOff x="7562766" y="1514864"/>
            <a:chExt cx="327059" cy="360192"/>
          </a:xfrm>
        </p:grpSpPr>
        <p:sp>
          <p:nvSpPr>
            <p:cNvPr id="9590" name="Google Shape;9590;p8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89"/>
          <p:cNvGrpSpPr/>
          <p:nvPr/>
        </p:nvGrpSpPr>
        <p:grpSpPr>
          <a:xfrm>
            <a:off x="6221229" y="1324423"/>
            <a:ext cx="361636" cy="362183"/>
            <a:chOff x="6259175" y="1559008"/>
            <a:chExt cx="271743" cy="272093"/>
          </a:xfrm>
        </p:grpSpPr>
        <p:sp>
          <p:nvSpPr>
            <p:cNvPr id="9595" name="Google Shape;9595;p8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89"/>
          <p:cNvGrpSpPr/>
          <p:nvPr/>
        </p:nvGrpSpPr>
        <p:grpSpPr>
          <a:xfrm>
            <a:off x="6671087" y="1835054"/>
            <a:ext cx="332757" cy="281833"/>
            <a:chOff x="6671087" y="2009304"/>
            <a:chExt cx="332757" cy="281833"/>
          </a:xfrm>
        </p:grpSpPr>
        <p:sp>
          <p:nvSpPr>
            <p:cNvPr id="9613" name="Google Shape;9613;p8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5" name="Google Shape;9615;p89"/>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6" name="Google Shape;9616;p89"/>
          <p:cNvGrpSpPr/>
          <p:nvPr/>
        </p:nvGrpSpPr>
        <p:grpSpPr>
          <a:xfrm>
            <a:off x="2201806" y="1802335"/>
            <a:ext cx="349784" cy="349434"/>
            <a:chOff x="2201806" y="1976585"/>
            <a:chExt cx="349784" cy="349434"/>
          </a:xfrm>
        </p:grpSpPr>
        <p:sp>
          <p:nvSpPr>
            <p:cNvPr id="9617" name="Google Shape;9617;p8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89"/>
          <p:cNvGrpSpPr/>
          <p:nvPr/>
        </p:nvGrpSpPr>
        <p:grpSpPr>
          <a:xfrm>
            <a:off x="3094217" y="1802335"/>
            <a:ext cx="350198" cy="350548"/>
            <a:chOff x="3094217" y="1976585"/>
            <a:chExt cx="350198" cy="350548"/>
          </a:xfrm>
        </p:grpSpPr>
        <p:sp>
          <p:nvSpPr>
            <p:cNvPr id="9622" name="Google Shape;9622;p8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5" name="Google Shape;9635;p89"/>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6" name="Google Shape;9636;p89"/>
          <p:cNvGrpSpPr/>
          <p:nvPr/>
        </p:nvGrpSpPr>
        <p:grpSpPr>
          <a:xfrm>
            <a:off x="3979435" y="1802335"/>
            <a:ext cx="345265" cy="349848"/>
            <a:chOff x="3979435" y="1976585"/>
            <a:chExt cx="345265" cy="349848"/>
          </a:xfrm>
        </p:grpSpPr>
        <p:sp>
          <p:nvSpPr>
            <p:cNvPr id="9637" name="Google Shape;9637;p8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89"/>
          <p:cNvGrpSpPr/>
          <p:nvPr/>
        </p:nvGrpSpPr>
        <p:grpSpPr>
          <a:xfrm>
            <a:off x="3541011" y="1334344"/>
            <a:ext cx="350166" cy="349434"/>
            <a:chOff x="3541011" y="1508594"/>
            <a:chExt cx="350166" cy="349434"/>
          </a:xfrm>
        </p:grpSpPr>
        <p:sp>
          <p:nvSpPr>
            <p:cNvPr id="9655" name="Google Shape;9655;p8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89"/>
          <p:cNvGrpSpPr/>
          <p:nvPr/>
        </p:nvGrpSpPr>
        <p:grpSpPr>
          <a:xfrm>
            <a:off x="3576626" y="1801571"/>
            <a:ext cx="284251" cy="351694"/>
            <a:chOff x="3576626" y="1975821"/>
            <a:chExt cx="284251" cy="351694"/>
          </a:xfrm>
        </p:grpSpPr>
        <p:sp>
          <p:nvSpPr>
            <p:cNvPr id="9669" name="Google Shape;9669;p8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89"/>
          <p:cNvGrpSpPr/>
          <p:nvPr/>
        </p:nvGrpSpPr>
        <p:grpSpPr>
          <a:xfrm>
            <a:off x="2722090" y="2715912"/>
            <a:ext cx="238770" cy="371841"/>
            <a:chOff x="2722090" y="2890162"/>
            <a:chExt cx="238770" cy="371841"/>
          </a:xfrm>
        </p:grpSpPr>
        <p:sp>
          <p:nvSpPr>
            <p:cNvPr id="9673" name="Google Shape;9673;p8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6" name="Google Shape;9676;p89"/>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7" name="Google Shape;9677;p89"/>
          <p:cNvGrpSpPr/>
          <p:nvPr/>
        </p:nvGrpSpPr>
        <p:grpSpPr>
          <a:xfrm>
            <a:off x="6216367" y="1795906"/>
            <a:ext cx="361147" cy="361147"/>
            <a:chOff x="6216367" y="1970156"/>
            <a:chExt cx="361147" cy="361147"/>
          </a:xfrm>
        </p:grpSpPr>
        <p:sp>
          <p:nvSpPr>
            <p:cNvPr id="9678" name="Google Shape;9678;p8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89"/>
          <p:cNvGrpSpPr/>
          <p:nvPr/>
        </p:nvGrpSpPr>
        <p:grpSpPr>
          <a:xfrm>
            <a:off x="1289311" y="2751972"/>
            <a:ext cx="408156" cy="299783"/>
            <a:chOff x="1289311" y="2926222"/>
            <a:chExt cx="408156" cy="299783"/>
          </a:xfrm>
        </p:grpSpPr>
        <p:sp>
          <p:nvSpPr>
            <p:cNvPr id="9683" name="Google Shape;9683;p8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89"/>
          <p:cNvGrpSpPr/>
          <p:nvPr/>
        </p:nvGrpSpPr>
        <p:grpSpPr>
          <a:xfrm>
            <a:off x="7978465" y="1795142"/>
            <a:ext cx="361147" cy="360797"/>
            <a:chOff x="7978465" y="1969392"/>
            <a:chExt cx="361147" cy="360797"/>
          </a:xfrm>
        </p:grpSpPr>
        <p:sp>
          <p:nvSpPr>
            <p:cNvPr id="9686" name="Google Shape;9686;p8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5" name="Google Shape;9695;p89"/>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6" name="Google Shape;9696;p89"/>
          <p:cNvGrpSpPr/>
          <p:nvPr/>
        </p:nvGrpSpPr>
        <p:grpSpPr>
          <a:xfrm>
            <a:off x="854261" y="2734563"/>
            <a:ext cx="377474" cy="335748"/>
            <a:chOff x="854261" y="2908813"/>
            <a:chExt cx="377474" cy="335748"/>
          </a:xfrm>
        </p:grpSpPr>
        <p:sp>
          <p:nvSpPr>
            <p:cNvPr id="9697" name="Google Shape;9697;p8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89"/>
          <p:cNvGrpSpPr/>
          <p:nvPr/>
        </p:nvGrpSpPr>
        <p:grpSpPr>
          <a:xfrm>
            <a:off x="1749728" y="2720527"/>
            <a:ext cx="386927" cy="363438"/>
            <a:chOff x="1749728" y="2894777"/>
            <a:chExt cx="386927" cy="363438"/>
          </a:xfrm>
        </p:grpSpPr>
        <p:sp>
          <p:nvSpPr>
            <p:cNvPr id="9703" name="Google Shape;9703;p8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89"/>
          <p:cNvGrpSpPr/>
          <p:nvPr/>
        </p:nvGrpSpPr>
        <p:grpSpPr>
          <a:xfrm>
            <a:off x="7098912" y="1795142"/>
            <a:ext cx="359651" cy="361560"/>
            <a:chOff x="7098912" y="1969392"/>
            <a:chExt cx="359651" cy="361560"/>
          </a:xfrm>
        </p:grpSpPr>
        <p:sp>
          <p:nvSpPr>
            <p:cNvPr id="9711" name="Google Shape;9711;p8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4" name="Google Shape;9724;p89"/>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5" name="Google Shape;9725;p89"/>
          <p:cNvGrpSpPr/>
          <p:nvPr/>
        </p:nvGrpSpPr>
        <p:grpSpPr>
          <a:xfrm>
            <a:off x="5352728" y="1815989"/>
            <a:ext cx="327091" cy="322508"/>
            <a:chOff x="5352728" y="1990239"/>
            <a:chExt cx="327091" cy="322508"/>
          </a:xfrm>
        </p:grpSpPr>
        <p:sp>
          <p:nvSpPr>
            <p:cNvPr id="9726" name="Google Shape;9726;p8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89"/>
          <p:cNvGrpSpPr/>
          <p:nvPr/>
        </p:nvGrpSpPr>
        <p:grpSpPr>
          <a:xfrm>
            <a:off x="7538896" y="1795906"/>
            <a:ext cx="361147" cy="361529"/>
            <a:chOff x="7538896" y="1970156"/>
            <a:chExt cx="361147" cy="361529"/>
          </a:xfrm>
        </p:grpSpPr>
        <p:sp>
          <p:nvSpPr>
            <p:cNvPr id="9730" name="Google Shape;9730;p8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89"/>
          <p:cNvGrpSpPr/>
          <p:nvPr/>
        </p:nvGrpSpPr>
        <p:grpSpPr>
          <a:xfrm>
            <a:off x="4896099" y="1796670"/>
            <a:ext cx="358155" cy="358123"/>
            <a:chOff x="4896099" y="1970920"/>
            <a:chExt cx="358155" cy="358123"/>
          </a:xfrm>
        </p:grpSpPr>
        <p:sp>
          <p:nvSpPr>
            <p:cNvPr id="9737" name="Google Shape;9737;p8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89"/>
          <p:cNvGrpSpPr/>
          <p:nvPr/>
        </p:nvGrpSpPr>
        <p:grpSpPr>
          <a:xfrm>
            <a:off x="4048787" y="2802769"/>
            <a:ext cx="283488" cy="198604"/>
            <a:chOff x="4048787" y="2977019"/>
            <a:chExt cx="283488" cy="198604"/>
          </a:xfrm>
        </p:grpSpPr>
        <p:sp>
          <p:nvSpPr>
            <p:cNvPr id="9741" name="Google Shape;9741;p8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89"/>
          <p:cNvGrpSpPr/>
          <p:nvPr/>
        </p:nvGrpSpPr>
        <p:grpSpPr>
          <a:xfrm>
            <a:off x="4054103" y="2255941"/>
            <a:ext cx="218687" cy="349052"/>
            <a:chOff x="4054103" y="2430191"/>
            <a:chExt cx="218687" cy="349052"/>
          </a:xfrm>
        </p:grpSpPr>
        <p:sp>
          <p:nvSpPr>
            <p:cNvPr id="9748" name="Google Shape;9748;p8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89"/>
          <p:cNvGrpSpPr/>
          <p:nvPr/>
        </p:nvGrpSpPr>
        <p:grpSpPr>
          <a:xfrm>
            <a:off x="2185128" y="2253299"/>
            <a:ext cx="382758" cy="356595"/>
            <a:chOff x="2185128" y="2427549"/>
            <a:chExt cx="382758" cy="356595"/>
          </a:xfrm>
        </p:grpSpPr>
        <p:sp>
          <p:nvSpPr>
            <p:cNvPr id="9751" name="Google Shape;9751;p8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89"/>
          <p:cNvGrpSpPr/>
          <p:nvPr/>
        </p:nvGrpSpPr>
        <p:grpSpPr>
          <a:xfrm>
            <a:off x="2656907" y="2265043"/>
            <a:ext cx="332757" cy="332343"/>
            <a:chOff x="2656907" y="2439293"/>
            <a:chExt cx="332757" cy="332343"/>
          </a:xfrm>
        </p:grpSpPr>
        <p:sp>
          <p:nvSpPr>
            <p:cNvPr id="9756" name="Google Shape;9756;p8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89"/>
          <p:cNvGrpSpPr/>
          <p:nvPr/>
        </p:nvGrpSpPr>
        <p:grpSpPr>
          <a:xfrm>
            <a:off x="1731523" y="2248366"/>
            <a:ext cx="399435" cy="365698"/>
            <a:chOff x="1731523" y="2422616"/>
            <a:chExt cx="399435" cy="365698"/>
          </a:xfrm>
        </p:grpSpPr>
        <p:sp>
          <p:nvSpPr>
            <p:cNvPr id="9764" name="Google Shape;9764;p8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89"/>
          <p:cNvGrpSpPr/>
          <p:nvPr/>
        </p:nvGrpSpPr>
        <p:grpSpPr>
          <a:xfrm>
            <a:off x="3097241" y="2259314"/>
            <a:ext cx="344883" cy="343387"/>
            <a:chOff x="3097241" y="2433564"/>
            <a:chExt cx="344883" cy="343387"/>
          </a:xfrm>
        </p:grpSpPr>
        <p:sp>
          <p:nvSpPr>
            <p:cNvPr id="9768" name="Google Shape;9768;p8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89"/>
          <p:cNvGrpSpPr/>
          <p:nvPr/>
        </p:nvGrpSpPr>
        <p:grpSpPr>
          <a:xfrm>
            <a:off x="1278299" y="2265043"/>
            <a:ext cx="410829" cy="332343"/>
            <a:chOff x="1278299" y="2439293"/>
            <a:chExt cx="410829" cy="332343"/>
          </a:xfrm>
        </p:grpSpPr>
        <p:sp>
          <p:nvSpPr>
            <p:cNvPr id="9778" name="Google Shape;9778;p8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89"/>
          <p:cNvGrpSpPr/>
          <p:nvPr/>
        </p:nvGrpSpPr>
        <p:grpSpPr>
          <a:xfrm>
            <a:off x="2661459" y="1840751"/>
            <a:ext cx="322508" cy="273494"/>
            <a:chOff x="2661459" y="2015001"/>
            <a:chExt cx="322508" cy="273494"/>
          </a:xfrm>
        </p:grpSpPr>
        <p:sp>
          <p:nvSpPr>
            <p:cNvPr id="9787" name="Google Shape;9787;p8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89"/>
          <p:cNvGrpSpPr/>
          <p:nvPr/>
        </p:nvGrpSpPr>
        <p:grpSpPr>
          <a:xfrm>
            <a:off x="870939" y="2265043"/>
            <a:ext cx="331993" cy="331993"/>
            <a:chOff x="870939" y="2439293"/>
            <a:chExt cx="331993" cy="331993"/>
          </a:xfrm>
        </p:grpSpPr>
        <p:sp>
          <p:nvSpPr>
            <p:cNvPr id="9790" name="Google Shape;9790;p8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89"/>
          <p:cNvGrpSpPr/>
          <p:nvPr/>
        </p:nvGrpSpPr>
        <p:grpSpPr>
          <a:xfrm>
            <a:off x="6644957" y="2282103"/>
            <a:ext cx="371395" cy="278904"/>
            <a:chOff x="6644957" y="2456353"/>
            <a:chExt cx="371395" cy="278904"/>
          </a:xfrm>
        </p:grpSpPr>
        <p:sp>
          <p:nvSpPr>
            <p:cNvPr id="9807" name="Google Shape;9807;p8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89"/>
          <p:cNvGrpSpPr/>
          <p:nvPr/>
        </p:nvGrpSpPr>
        <p:grpSpPr>
          <a:xfrm>
            <a:off x="5388757" y="2240409"/>
            <a:ext cx="260349" cy="362292"/>
            <a:chOff x="5388757" y="2414659"/>
            <a:chExt cx="260349" cy="362292"/>
          </a:xfrm>
        </p:grpSpPr>
        <p:sp>
          <p:nvSpPr>
            <p:cNvPr id="9813" name="Google Shape;9813;p8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89"/>
          <p:cNvGrpSpPr/>
          <p:nvPr/>
        </p:nvGrpSpPr>
        <p:grpSpPr>
          <a:xfrm>
            <a:off x="3567142" y="2731507"/>
            <a:ext cx="348288" cy="340331"/>
            <a:chOff x="3567142" y="2905757"/>
            <a:chExt cx="348288" cy="340331"/>
          </a:xfrm>
        </p:grpSpPr>
        <p:sp>
          <p:nvSpPr>
            <p:cNvPr id="9834" name="Google Shape;9834;p8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89"/>
          <p:cNvGrpSpPr/>
          <p:nvPr/>
        </p:nvGrpSpPr>
        <p:grpSpPr>
          <a:xfrm>
            <a:off x="870939" y="1801571"/>
            <a:ext cx="332375" cy="350071"/>
            <a:chOff x="870939" y="1975821"/>
            <a:chExt cx="332375" cy="350071"/>
          </a:xfrm>
        </p:grpSpPr>
        <p:sp>
          <p:nvSpPr>
            <p:cNvPr id="9840" name="Google Shape;9840;p8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89"/>
          <p:cNvGrpSpPr/>
          <p:nvPr/>
        </p:nvGrpSpPr>
        <p:grpSpPr>
          <a:xfrm>
            <a:off x="7967103" y="2240791"/>
            <a:ext cx="355863" cy="361911"/>
            <a:chOff x="7967103" y="2415041"/>
            <a:chExt cx="355863" cy="361911"/>
          </a:xfrm>
        </p:grpSpPr>
        <p:sp>
          <p:nvSpPr>
            <p:cNvPr id="9845" name="Google Shape;9845;p8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89"/>
          <p:cNvGrpSpPr/>
          <p:nvPr/>
        </p:nvGrpSpPr>
        <p:grpSpPr>
          <a:xfrm>
            <a:off x="7529411" y="2240409"/>
            <a:ext cx="355863" cy="362292"/>
            <a:chOff x="7529411" y="2414659"/>
            <a:chExt cx="355863" cy="362292"/>
          </a:xfrm>
        </p:grpSpPr>
        <p:sp>
          <p:nvSpPr>
            <p:cNvPr id="9857" name="Google Shape;9857;p8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89"/>
          <p:cNvGrpSpPr/>
          <p:nvPr/>
        </p:nvGrpSpPr>
        <p:grpSpPr>
          <a:xfrm>
            <a:off x="5733194" y="2257468"/>
            <a:ext cx="446826" cy="327059"/>
            <a:chOff x="5733194" y="2431718"/>
            <a:chExt cx="446826" cy="327059"/>
          </a:xfrm>
        </p:grpSpPr>
        <p:sp>
          <p:nvSpPr>
            <p:cNvPr id="9870" name="Google Shape;9870;p8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89"/>
          <p:cNvGrpSpPr/>
          <p:nvPr/>
        </p:nvGrpSpPr>
        <p:grpSpPr>
          <a:xfrm>
            <a:off x="4876780" y="2243814"/>
            <a:ext cx="407774" cy="356627"/>
            <a:chOff x="4876780" y="2418064"/>
            <a:chExt cx="407774" cy="356627"/>
          </a:xfrm>
        </p:grpSpPr>
        <p:sp>
          <p:nvSpPr>
            <p:cNvPr id="9874" name="Google Shape;9874;p8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89"/>
          <p:cNvGrpSpPr/>
          <p:nvPr/>
        </p:nvGrpSpPr>
        <p:grpSpPr>
          <a:xfrm>
            <a:off x="7070872" y="2236621"/>
            <a:ext cx="398321" cy="371013"/>
            <a:chOff x="7070872" y="2410871"/>
            <a:chExt cx="398321" cy="371013"/>
          </a:xfrm>
        </p:grpSpPr>
        <p:sp>
          <p:nvSpPr>
            <p:cNvPr id="9883" name="Google Shape;9883;p8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7" name="Google Shape;9887;p89"/>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8" name="Google Shape;9888;p89"/>
          <p:cNvGrpSpPr/>
          <p:nvPr/>
        </p:nvGrpSpPr>
        <p:grpSpPr>
          <a:xfrm>
            <a:off x="5318259" y="2807861"/>
            <a:ext cx="371013" cy="220787"/>
            <a:chOff x="5318259" y="2982111"/>
            <a:chExt cx="371013" cy="220787"/>
          </a:xfrm>
        </p:grpSpPr>
        <p:sp>
          <p:nvSpPr>
            <p:cNvPr id="9889" name="Google Shape;9889;p8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89"/>
          <p:cNvGrpSpPr/>
          <p:nvPr/>
        </p:nvGrpSpPr>
        <p:grpSpPr>
          <a:xfrm>
            <a:off x="7073928" y="2731507"/>
            <a:ext cx="371395" cy="371809"/>
            <a:chOff x="7073928" y="2905757"/>
            <a:chExt cx="371395" cy="371809"/>
          </a:xfrm>
        </p:grpSpPr>
        <p:sp>
          <p:nvSpPr>
            <p:cNvPr id="9898" name="Google Shape;9898;p8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89"/>
          <p:cNvGrpSpPr/>
          <p:nvPr/>
        </p:nvGrpSpPr>
        <p:grpSpPr>
          <a:xfrm>
            <a:off x="6188327" y="2781158"/>
            <a:ext cx="371395" cy="272857"/>
            <a:chOff x="6188327" y="2955408"/>
            <a:chExt cx="371395" cy="272857"/>
          </a:xfrm>
        </p:grpSpPr>
        <p:sp>
          <p:nvSpPr>
            <p:cNvPr id="9902" name="Google Shape;9902;p8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89"/>
          <p:cNvGrpSpPr/>
          <p:nvPr/>
        </p:nvGrpSpPr>
        <p:grpSpPr>
          <a:xfrm>
            <a:off x="7521454" y="2731889"/>
            <a:ext cx="359651" cy="371013"/>
            <a:chOff x="7521454" y="2906139"/>
            <a:chExt cx="359651" cy="371013"/>
          </a:xfrm>
        </p:grpSpPr>
        <p:sp>
          <p:nvSpPr>
            <p:cNvPr id="9905" name="Google Shape;9905;p8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89"/>
          <p:cNvGrpSpPr/>
          <p:nvPr/>
        </p:nvGrpSpPr>
        <p:grpSpPr>
          <a:xfrm>
            <a:off x="5782845" y="2732271"/>
            <a:ext cx="301661" cy="371013"/>
            <a:chOff x="5782845" y="2906521"/>
            <a:chExt cx="301661" cy="371013"/>
          </a:xfrm>
        </p:grpSpPr>
        <p:sp>
          <p:nvSpPr>
            <p:cNvPr id="9911" name="Google Shape;9911;p8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89"/>
          <p:cNvGrpSpPr/>
          <p:nvPr/>
        </p:nvGrpSpPr>
        <p:grpSpPr>
          <a:xfrm>
            <a:off x="3539102" y="2253299"/>
            <a:ext cx="355099" cy="355481"/>
            <a:chOff x="3539102" y="2427549"/>
            <a:chExt cx="355099" cy="355481"/>
          </a:xfrm>
        </p:grpSpPr>
        <p:sp>
          <p:nvSpPr>
            <p:cNvPr id="9915" name="Google Shape;9915;p8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89"/>
          <p:cNvGrpSpPr/>
          <p:nvPr/>
        </p:nvGrpSpPr>
        <p:grpSpPr>
          <a:xfrm>
            <a:off x="6630539" y="2743252"/>
            <a:ext cx="371777" cy="349434"/>
            <a:chOff x="6630539" y="2917502"/>
            <a:chExt cx="371777" cy="349434"/>
          </a:xfrm>
        </p:grpSpPr>
        <p:sp>
          <p:nvSpPr>
            <p:cNvPr id="9918" name="Google Shape;9918;p8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89"/>
          <p:cNvGrpSpPr/>
          <p:nvPr/>
        </p:nvGrpSpPr>
        <p:grpSpPr>
          <a:xfrm>
            <a:off x="2171474" y="3194979"/>
            <a:ext cx="408156" cy="343737"/>
            <a:chOff x="2171474" y="3369229"/>
            <a:chExt cx="408156" cy="343737"/>
          </a:xfrm>
        </p:grpSpPr>
        <p:sp>
          <p:nvSpPr>
            <p:cNvPr id="9926" name="Google Shape;9926;p8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89"/>
          <p:cNvGrpSpPr/>
          <p:nvPr/>
        </p:nvGrpSpPr>
        <p:grpSpPr>
          <a:xfrm>
            <a:off x="4891198" y="2750858"/>
            <a:ext cx="334634" cy="334634"/>
            <a:chOff x="4891198" y="2925108"/>
            <a:chExt cx="334634" cy="334634"/>
          </a:xfrm>
        </p:grpSpPr>
        <p:sp>
          <p:nvSpPr>
            <p:cNvPr id="9931" name="Google Shape;9931;p8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89"/>
          <p:cNvGrpSpPr/>
          <p:nvPr/>
        </p:nvGrpSpPr>
        <p:grpSpPr>
          <a:xfrm>
            <a:off x="7976174" y="2750858"/>
            <a:ext cx="334666" cy="334634"/>
            <a:chOff x="7976174" y="2925108"/>
            <a:chExt cx="334666" cy="334634"/>
          </a:xfrm>
        </p:grpSpPr>
        <p:sp>
          <p:nvSpPr>
            <p:cNvPr id="9940" name="Google Shape;9940;p8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89"/>
          <p:cNvGrpSpPr/>
          <p:nvPr/>
        </p:nvGrpSpPr>
        <p:grpSpPr>
          <a:xfrm>
            <a:off x="3091957" y="3199881"/>
            <a:ext cx="354717" cy="332757"/>
            <a:chOff x="3091957" y="3374131"/>
            <a:chExt cx="354717" cy="332757"/>
          </a:xfrm>
        </p:grpSpPr>
        <p:sp>
          <p:nvSpPr>
            <p:cNvPr id="9950" name="Google Shape;9950;p8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89"/>
          <p:cNvGrpSpPr/>
          <p:nvPr/>
        </p:nvGrpSpPr>
        <p:grpSpPr>
          <a:xfrm>
            <a:off x="3988156" y="3205960"/>
            <a:ext cx="353954" cy="318880"/>
            <a:chOff x="3988156" y="3380210"/>
            <a:chExt cx="353954" cy="318880"/>
          </a:xfrm>
        </p:grpSpPr>
        <p:sp>
          <p:nvSpPr>
            <p:cNvPr id="9957" name="Google Shape;9957;p8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89"/>
          <p:cNvGrpSpPr/>
          <p:nvPr/>
        </p:nvGrpSpPr>
        <p:grpSpPr>
          <a:xfrm>
            <a:off x="3541011" y="3193070"/>
            <a:ext cx="348257" cy="346188"/>
            <a:chOff x="3541011" y="3367320"/>
            <a:chExt cx="348257" cy="346188"/>
          </a:xfrm>
        </p:grpSpPr>
        <p:sp>
          <p:nvSpPr>
            <p:cNvPr id="9963" name="Google Shape;9963;p8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89"/>
          <p:cNvGrpSpPr/>
          <p:nvPr/>
        </p:nvGrpSpPr>
        <p:grpSpPr>
          <a:xfrm>
            <a:off x="1314678" y="3183967"/>
            <a:ext cx="334666" cy="365348"/>
            <a:chOff x="1314678" y="3358217"/>
            <a:chExt cx="334666" cy="365348"/>
          </a:xfrm>
        </p:grpSpPr>
        <p:sp>
          <p:nvSpPr>
            <p:cNvPr id="9968" name="Google Shape;9968;p8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89"/>
          <p:cNvGrpSpPr/>
          <p:nvPr/>
        </p:nvGrpSpPr>
        <p:grpSpPr>
          <a:xfrm>
            <a:off x="1748582" y="3198385"/>
            <a:ext cx="359269" cy="335780"/>
            <a:chOff x="1748582" y="3372635"/>
            <a:chExt cx="359269" cy="335780"/>
          </a:xfrm>
        </p:grpSpPr>
        <p:sp>
          <p:nvSpPr>
            <p:cNvPr id="9974" name="Google Shape;9974;p8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5" name="Google Shape;9975;p89"/>
            <p:cNvGrpSpPr/>
            <p:nvPr/>
          </p:nvGrpSpPr>
          <p:grpSpPr>
            <a:xfrm>
              <a:off x="1748582" y="3372635"/>
              <a:ext cx="333520" cy="335780"/>
              <a:chOff x="1748582" y="3372635"/>
              <a:chExt cx="333520" cy="335780"/>
            </a:xfrm>
          </p:grpSpPr>
          <p:sp>
            <p:nvSpPr>
              <p:cNvPr id="9976" name="Google Shape;9976;p8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79" name="Google Shape;9979;p89"/>
          <p:cNvGrpSpPr/>
          <p:nvPr/>
        </p:nvGrpSpPr>
        <p:grpSpPr>
          <a:xfrm>
            <a:off x="2640993" y="3183585"/>
            <a:ext cx="365348" cy="364966"/>
            <a:chOff x="2640993" y="3357835"/>
            <a:chExt cx="365348" cy="364966"/>
          </a:xfrm>
        </p:grpSpPr>
        <p:sp>
          <p:nvSpPr>
            <p:cNvPr id="9980" name="Google Shape;9980;p8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89"/>
          <p:cNvGrpSpPr/>
          <p:nvPr/>
        </p:nvGrpSpPr>
        <p:grpSpPr>
          <a:xfrm>
            <a:off x="4886264" y="3191924"/>
            <a:ext cx="350548" cy="350198"/>
            <a:chOff x="4886264" y="3366174"/>
            <a:chExt cx="350548" cy="350198"/>
          </a:xfrm>
        </p:grpSpPr>
        <p:sp>
          <p:nvSpPr>
            <p:cNvPr id="9991" name="Google Shape;9991;p8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89"/>
          <p:cNvGrpSpPr/>
          <p:nvPr/>
        </p:nvGrpSpPr>
        <p:grpSpPr>
          <a:xfrm>
            <a:off x="5331913" y="3239697"/>
            <a:ext cx="347143" cy="254684"/>
            <a:chOff x="5331913" y="3413947"/>
            <a:chExt cx="347143" cy="254684"/>
          </a:xfrm>
        </p:grpSpPr>
        <p:sp>
          <p:nvSpPr>
            <p:cNvPr id="10005" name="Google Shape;10005;p8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89"/>
          <p:cNvGrpSpPr/>
          <p:nvPr/>
        </p:nvGrpSpPr>
        <p:grpSpPr>
          <a:xfrm>
            <a:off x="5776798" y="3235528"/>
            <a:ext cx="346379" cy="264518"/>
            <a:chOff x="5776798" y="3409778"/>
            <a:chExt cx="346379" cy="264518"/>
          </a:xfrm>
        </p:grpSpPr>
        <p:sp>
          <p:nvSpPr>
            <p:cNvPr id="10012" name="Google Shape;10012;p8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89"/>
          <p:cNvGrpSpPr/>
          <p:nvPr/>
        </p:nvGrpSpPr>
        <p:grpSpPr>
          <a:xfrm>
            <a:off x="7108015" y="3222255"/>
            <a:ext cx="344883" cy="290299"/>
            <a:chOff x="7108015" y="3396505"/>
            <a:chExt cx="344883" cy="290299"/>
          </a:xfrm>
        </p:grpSpPr>
        <p:sp>
          <p:nvSpPr>
            <p:cNvPr id="10019" name="Google Shape;10019;p8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89"/>
          <p:cNvGrpSpPr/>
          <p:nvPr/>
        </p:nvGrpSpPr>
        <p:grpSpPr>
          <a:xfrm>
            <a:off x="7551754" y="3216558"/>
            <a:ext cx="344883" cy="301311"/>
            <a:chOff x="7551754" y="3390808"/>
            <a:chExt cx="344883" cy="301311"/>
          </a:xfrm>
        </p:grpSpPr>
        <p:sp>
          <p:nvSpPr>
            <p:cNvPr id="10024" name="Google Shape;10024;p8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89"/>
          <p:cNvGrpSpPr/>
          <p:nvPr/>
        </p:nvGrpSpPr>
        <p:grpSpPr>
          <a:xfrm>
            <a:off x="6707084" y="3213153"/>
            <a:ext cx="261145" cy="308504"/>
            <a:chOff x="6707084" y="3387403"/>
            <a:chExt cx="261145" cy="308504"/>
          </a:xfrm>
        </p:grpSpPr>
        <p:sp>
          <p:nvSpPr>
            <p:cNvPr id="10036" name="Google Shape;10036;p8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89"/>
          <p:cNvGrpSpPr/>
          <p:nvPr/>
        </p:nvGrpSpPr>
        <p:grpSpPr>
          <a:xfrm>
            <a:off x="848978" y="4123387"/>
            <a:ext cx="377824" cy="324418"/>
            <a:chOff x="848978" y="4297637"/>
            <a:chExt cx="377824" cy="324418"/>
          </a:xfrm>
        </p:grpSpPr>
        <p:sp>
          <p:nvSpPr>
            <p:cNvPr id="10041" name="Google Shape;10041;p8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89"/>
          <p:cNvGrpSpPr/>
          <p:nvPr/>
        </p:nvGrpSpPr>
        <p:grpSpPr>
          <a:xfrm>
            <a:off x="1754279" y="4112343"/>
            <a:ext cx="351439" cy="345965"/>
            <a:chOff x="1754279" y="4286593"/>
            <a:chExt cx="351439" cy="345965"/>
          </a:xfrm>
        </p:grpSpPr>
        <p:sp>
          <p:nvSpPr>
            <p:cNvPr id="10044" name="Google Shape;10044;p8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89"/>
          <p:cNvGrpSpPr/>
          <p:nvPr/>
        </p:nvGrpSpPr>
        <p:grpSpPr>
          <a:xfrm>
            <a:off x="3996113" y="4116926"/>
            <a:ext cx="336512" cy="335048"/>
            <a:chOff x="3996113" y="4291176"/>
            <a:chExt cx="336512" cy="335048"/>
          </a:xfrm>
        </p:grpSpPr>
        <p:sp>
          <p:nvSpPr>
            <p:cNvPr id="10050" name="Google Shape;10050;p8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3" name="Google Shape;10053;p89"/>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4" name="Google Shape;10054;p89"/>
          <p:cNvGrpSpPr/>
          <p:nvPr/>
        </p:nvGrpSpPr>
        <p:grpSpPr>
          <a:xfrm>
            <a:off x="2179081" y="4111261"/>
            <a:ext cx="397525" cy="348670"/>
            <a:chOff x="2179081" y="4285511"/>
            <a:chExt cx="397525" cy="348670"/>
          </a:xfrm>
        </p:grpSpPr>
        <p:sp>
          <p:nvSpPr>
            <p:cNvPr id="10055" name="Google Shape;10055;p8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89"/>
          <p:cNvGrpSpPr/>
          <p:nvPr/>
        </p:nvGrpSpPr>
        <p:grpSpPr>
          <a:xfrm>
            <a:off x="3584201" y="4120746"/>
            <a:ext cx="267574" cy="329415"/>
            <a:chOff x="3584201" y="4294996"/>
            <a:chExt cx="267574" cy="329415"/>
          </a:xfrm>
        </p:grpSpPr>
        <p:sp>
          <p:nvSpPr>
            <p:cNvPr id="10058" name="Google Shape;10058;p8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89"/>
          <p:cNvGrpSpPr/>
          <p:nvPr/>
        </p:nvGrpSpPr>
        <p:grpSpPr>
          <a:xfrm>
            <a:off x="3082855" y="4121478"/>
            <a:ext cx="375946" cy="327823"/>
            <a:chOff x="3082855" y="4295728"/>
            <a:chExt cx="375946" cy="327823"/>
          </a:xfrm>
        </p:grpSpPr>
        <p:sp>
          <p:nvSpPr>
            <p:cNvPr id="10063" name="Google Shape;10063;p8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89"/>
          <p:cNvGrpSpPr/>
          <p:nvPr/>
        </p:nvGrpSpPr>
        <p:grpSpPr>
          <a:xfrm>
            <a:off x="2749016" y="4116926"/>
            <a:ext cx="150831" cy="336926"/>
            <a:chOff x="2749016" y="4291176"/>
            <a:chExt cx="150831" cy="336926"/>
          </a:xfrm>
        </p:grpSpPr>
        <p:sp>
          <p:nvSpPr>
            <p:cNvPr id="10075" name="Google Shape;10075;p8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89"/>
          <p:cNvGrpSpPr/>
          <p:nvPr/>
        </p:nvGrpSpPr>
        <p:grpSpPr>
          <a:xfrm>
            <a:off x="7127716" y="4105182"/>
            <a:ext cx="248254" cy="361942"/>
            <a:chOff x="7127716" y="4279432"/>
            <a:chExt cx="248254" cy="361942"/>
          </a:xfrm>
        </p:grpSpPr>
        <p:sp>
          <p:nvSpPr>
            <p:cNvPr id="10080" name="Google Shape;10080;p8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89"/>
          <p:cNvGrpSpPr/>
          <p:nvPr/>
        </p:nvGrpSpPr>
        <p:grpSpPr>
          <a:xfrm>
            <a:off x="7565408" y="4105182"/>
            <a:ext cx="248255" cy="361942"/>
            <a:chOff x="7565408" y="4279432"/>
            <a:chExt cx="248255" cy="361942"/>
          </a:xfrm>
        </p:grpSpPr>
        <p:sp>
          <p:nvSpPr>
            <p:cNvPr id="10090" name="Google Shape;10090;p8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89"/>
          <p:cNvGrpSpPr/>
          <p:nvPr/>
        </p:nvGrpSpPr>
        <p:grpSpPr>
          <a:xfrm>
            <a:off x="6264109" y="4105182"/>
            <a:ext cx="225498" cy="361560"/>
            <a:chOff x="6264109" y="4279432"/>
            <a:chExt cx="225498" cy="361560"/>
          </a:xfrm>
        </p:grpSpPr>
        <p:sp>
          <p:nvSpPr>
            <p:cNvPr id="10099" name="Google Shape;10099;p8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89"/>
          <p:cNvGrpSpPr/>
          <p:nvPr/>
        </p:nvGrpSpPr>
        <p:grpSpPr>
          <a:xfrm>
            <a:off x="7929578" y="4110115"/>
            <a:ext cx="395266" cy="351312"/>
            <a:chOff x="7929578" y="4284365"/>
            <a:chExt cx="395266" cy="351312"/>
          </a:xfrm>
        </p:grpSpPr>
        <p:sp>
          <p:nvSpPr>
            <p:cNvPr id="10102" name="Google Shape;10102;p8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89"/>
          <p:cNvGrpSpPr/>
          <p:nvPr/>
        </p:nvGrpSpPr>
        <p:grpSpPr>
          <a:xfrm>
            <a:off x="6595502" y="4149527"/>
            <a:ext cx="426315" cy="332826"/>
            <a:chOff x="6639652" y="4323777"/>
            <a:chExt cx="426315" cy="332826"/>
          </a:xfrm>
        </p:grpSpPr>
        <p:sp>
          <p:nvSpPr>
            <p:cNvPr id="10107" name="Google Shape;10107;p8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89"/>
          <p:cNvGrpSpPr/>
          <p:nvPr/>
        </p:nvGrpSpPr>
        <p:grpSpPr>
          <a:xfrm>
            <a:off x="5357662" y="4123387"/>
            <a:ext cx="287275" cy="326296"/>
            <a:chOff x="5357662" y="4297637"/>
            <a:chExt cx="287275" cy="326296"/>
          </a:xfrm>
        </p:grpSpPr>
        <p:sp>
          <p:nvSpPr>
            <p:cNvPr id="10118" name="Google Shape;10118;p8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89"/>
          <p:cNvGrpSpPr/>
          <p:nvPr/>
        </p:nvGrpSpPr>
        <p:grpSpPr>
          <a:xfrm>
            <a:off x="5774124" y="4120300"/>
            <a:ext cx="331611" cy="331674"/>
            <a:chOff x="5774124" y="4294550"/>
            <a:chExt cx="331611" cy="331674"/>
          </a:xfrm>
        </p:grpSpPr>
        <p:sp>
          <p:nvSpPr>
            <p:cNvPr id="10124" name="Google Shape;10124;p8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89"/>
          <p:cNvGrpSpPr/>
          <p:nvPr/>
        </p:nvGrpSpPr>
        <p:grpSpPr>
          <a:xfrm>
            <a:off x="4890434" y="4113139"/>
            <a:ext cx="345997" cy="346029"/>
            <a:chOff x="4890434" y="4287389"/>
            <a:chExt cx="345997" cy="346029"/>
          </a:xfrm>
        </p:grpSpPr>
        <p:sp>
          <p:nvSpPr>
            <p:cNvPr id="10127" name="Google Shape;10127;p8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89"/>
          <p:cNvGrpSpPr/>
          <p:nvPr/>
        </p:nvGrpSpPr>
        <p:grpSpPr>
          <a:xfrm>
            <a:off x="2165809" y="3636809"/>
            <a:ext cx="422542" cy="342973"/>
            <a:chOff x="2165809" y="3811059"/>
            <a:chExt cx="422542" cy="342973"/>
          </a:xfrm>
        </p:grpSpPr>
        <p:sp>
          <p:nvSpPr>
            <p:cNvPr id="10135" name="Google Shape;10135;p8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3" name="Google Shape;10153;p89"/>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4" name="Google Shape;10154;p89"/>
          <p:cNvGrpSpPr/>
          <p:nvPr/>
        </p:nvGrpSpPr>
        <p:grpSpPr>
          <a:xfrm>
            <a:off x="903530" y="3631875"/>
            <a:ext cx="264550" cy="353222"/>
            <a:chOff x="903530" y="3806125"/>
            <a:chExt cx="264550" cy="353222"/>
          </a:xfrm>
        </p:grpSpPr>
        <p:sp>
          <p:nvSpPr>
            <p:cNvPr id="10155" name="Google Shape;10155;p8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89"/>
          <p:cNvGrpSpPr/>
          <p:nvPr/>
        </p:nvGrpSpPr>
        <p:grpSpPr>
          <a:xfrm>
            <a:off x="850092" y="3178684"/>
            <a:ext cx="369517" cy="375660"/>
            <a:chOff x="850092" y="3352934"/>
            <a:chExt cx="369517" cy="375660"/>
          </a:xfrm>
        </p:grpSpPr>
        <p:sp>
          <p:nvSpPr>
            <p:cNvPr id="10160" name="Google Shape;10160;p8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89"/>
          <p:cNvGrpSpPr/>
          <p:nvPr/>
        </p:nvGrpSpPr>
        <p:grpSpPr>
          <a:xfrm>
            <a:off x="2611458" y="3642124"/>
            <a:ext cx="426329" cy="332375"/>
            <a:chOff x="2611458" y="3816374"/>
            <a:chExt cx="426329" cy="332375"/>
          </a:xfrm>
        </p:grpSpPr>
        <p:sp>
          <p:nvSpPr>
            <p:cNvPr id="10166" name="Google Shape;10166;p8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6" name="Google Shape;10176;p89"/>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7" name="Google Shape;10177;p89"/>
          <p:cNvGrpSpPr/>
          <p:nvPr/>
        </p:nvGrpSpPr>
        <p:grpSpPr>
          <a:xfrm>
            <a:off x="4019984" y="3631143"/>
            <a:ext cx="293704" cy="353954"/>
            <a:chOff x="4019984" y="3805393"/>
            <a:chExt cx="293704" cy="353954"/>
          </a:xfrm>
        </p:grpSpPr>
        <p:sp>
          <p:nvSpPr>
            <p:cNvPr id="10178" name="Google Shape;10178;p8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89"/>
          <p:cNvGrpSpPr/>
          <p:nvPr/>
        </p:nvGrpSpPr>
        <p:grpSpPr>
          <a:xfrm>
            <a:off x="8006505" y="3215794"/>
            <a:ext cx="323654" cy="303189"/>
            <a:chOff x="8006505" y="3390044"/>
            <a:chExt cx="323654" cy="303189"/>
          </a:xfrm>
        </p:grpSpPr>
        <p:sp>
          <p:nvSpPr>
            <p:cNvPr id="10181" name="Google Shape;10181;p8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89"/>
          <p:cNvGrpSpPr/>
          <p:nvPr/>
        </p:nvGrpSpPr>
        <p:grpSpPr>
          <a:xfrm>
            <a:off x="1299146" y="3632257"/>
            <a:ext cx="367990" cy="351312"/>
            <a:chOff x="1299146" y="3806507"/>
            <a:chExt cx="367990" cy="351312"/>
          </a:xfrm>
        </p:grpSpPr>
        <p:sp>
          <p:nvSpPr>
            <p:cNvPr id="10188" name="Google Shape;10188;p8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0" name="Google Shape;10190;p89"/>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1" name="Google Shape;10191;p89"/>
          <p:cNvGrpSpPr/>
          <p:nvPr/>
        </p:nvGrpSpPr>
        <p:grpSpPr>
          <a:xfrm>
            <a:off x="7550258" y="3658420"/>
            <a:ext cx="371395" cy="301279"/>
            <a:chOff x="7550258" y="3832670"/>
            <a:chExt cx="371395" cy="301279"/>
          </a:xfrm>
        </p:grpSpPr>
        <p:sp>
          <p:nvSpPr>
            <p:cNvPr id="10192" name="Google Shape;10192;p8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0" name="Google Shape;10210;p89"/>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1" name="Google Shape;10211;p89"/>
          <p:cNvGrpSpPr/>
          <p:nvPr/>
        </p:nvGrpSpPr>
        <p:grpSpPr>
          <a:xfrm>
            <a:off x="6659725" y="3633785"/>
            <a:ext cx="367608" cy="350548"/>
            <a:chOff x="6659725" y="3808035"/>
            <a:chExt cx="367608" cy="350548"/>
          </a:xfrm>
        </p:grpSpPr>
        <p:sp>
          <p:nvSpPr>
            <p:cNvPr id="10212" name="Google Shape;10212;p8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89"/>
          <p:cNvGrpSpPr/>
          <p:nvPr/>
        </p:nvGrpSpPr>
        <p:grpSpPr>
          <a:xfrm>
            <a:off x="6219391" y="3642506"/>
            <a:ext cx="356627" cy="334252"/>
            <a:chOff x="6219391" y="3816756"/>
            <a:chExt cx="356627" cy="334252"/>
          </a:xfrm>
        </p:grpSpPr>
        <p:sp>
          <p:nvSpPr>
            <p:cNvPr id="10215" name="Google Shape;10215;p8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89"/>
          <p:cNvGrpSpPr/>
          <p:nvPr/>
        </p:nvGrpSpPr>
        <p:grpSpPr>
          <a:xfrm>
            <a:off x="5778676" y="3652722"/>
            <a:ext cx="349052" cy="313055"/>
            <a:chOff x="5778676" y="3826972"/>
            <a:chExt cx="349052" cy="313055"/>
          </a:xfrm>
        </p:grpSpPr>
        <p:sp>
          <p:nvSpPr>
            <p:cNvPr id="10220" name="Google Shape;10220;p8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89"/>
          <p:cNvGrpSpPr/>
          <p:nvPr/>
        </p:nvGrpSpPr>
        <p:grpSpPr>
          <a:xfrm>
            <a:off x="5355784" y="3660297"/>
            <a:ext cx="299019" cy="297905"/>
            <a:chOff x="5355784" y="3834547"/>
            <a:chExt cx="299019" cy="297905"/>
          </a:xfrm>
        </p:grpSpPr>
        <p:sp>
          <p:nvSpPr>
            <p:cNvPr id="10226" name="Google Shape;10226;p8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89"/>
          <p:cNvGrpSpPr/>
          <p:nvPr/>
        </p:nvGrpSpPr>
        <p:grpSpPr>
          <a:xfrm>
            <a:off x="8036455" y="3633021"/>
            <a:ext cx="292176" cy="353985"/>
            <a:chOff x="8036455" y="3807271"/>
            <a:chExt cx="292176" cy="353985"/>
          </a:xfrm>
        </p:grpSpPr>
        <p:sp>
          <p:nvSpPr>
            <p:cNvPr id="10231" name="Google Shape;10231;p8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3" name="Google Shape;10233;p89"/>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234" name="Google Shape;10234;p89"/>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235" name="Google Shape;10235;p89"/>
          <p:cNvGrpSpPr/>
          <p:nvPr/>
        </p:nvGrpSpPr>
        <p:grpSpPr>
          <a:xfrm>
            <a:off x="4874902" y="3634549"/>
            <a:ext cx="345615" cy="350835"/>
            <a:chOff x="4874902" y="3808799"/>
            <a:chExt cx="345615" cy="350835"/>
          </a:xfrm>
        </p:grpSpPr>
        <p:sp>
          <p:nvSpPr>
            <p:cNvPr id="10236" name="Google Shape;10236;p8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89"/>
          <p:cNvGrpSpPr/>
          <p:nvPr/>
        </p:nvGrpSpPr>
        <p:grpSpPr>
          <a:xfrm>
            <a:off x="3095745" y="3631143"/>
            <a:ext cx="352840" cy="354717"/>
            <a:chOff x="3095745" y="3805393"/>
            <a:chExt cx="352840" cy="354717"/>
          </a:xfrm>
        </p:grpSpPr>
        <p:sp>
          <p:nvSpPr>
            <p:cNvPr id="10254" name="Google Shape;10254;p8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63" name="Shape 10263"/>
        <p:cNvGrpSpPr/>
        <p:nvPr/>
      </p:nvGrpSpPr>
      <p:grpSpPr>
        <a:xfrm>
          <a:off x="0" y="0"/>
          <a:ext cx="0" cy="0"/>
          <a:chOff x="0" y="0"/>
          <a:chExt cx="0" cy="0"/>
        </a:xfrm>
      </p:grpSpPr>
      <p:grpSp>
        <p:nvGrpSpPr>
          <p:cNvPr id="10264" name="Google Shape;10264;p90"/>
          <p:cNvGrpSpPr/>
          <p:nvPr/>
        </p:nvGrpSpPr>
        <p:grpSpPr>
          <a:xfrm>
            <a:off x="2733780" y="4039081"/>
            <a:ext cx="342144" cy="362704"/>
            <a:chOff x="2704005" y="4258781"/>
            <a:chExt cx="342144" cy="362704"/>
          </a:xfrm>
        </p:grpSpPr>
        <p:sp>
          <p:nvSpPr>
            <p:cNvPr id="10265" name="Google Shape;10265;p9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9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9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9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9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90"/>
          <p:cNvGrpSpPr/>
          <p:nvPr/>
        </p:nvGrpSpPr>
        <p:grpSpPr>
          <a:xfrm>
            <a:off x="2157462" y="4083096"/>
            <a:ext cx="347435" cy="363370"/>
            <a:chOff x="2157462" y="4258496"/>
            <a:chExt cx="347435" cy="363370"/>
          </a:xfrm>
        </p:grpSpPr>
        <p:sp>
          <p:nvSpPr>
            <p:cNvPr id="10273" name="Google Shape;10273;p9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9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90"/>
          <p:cNvGrpSpPr/>
          <p:nvPr/>
        </p:nvGrpSpPr>
        <p:grpSpPr>
          <a:xfrm>
            <a:off x="4010963" y="3588381"/>
            <a:ext cx="343665" cy="363211"/>
            <a:chOff x="4010963" y="3763781"/>
            <a:chExt cx="343665" cy="363211"/>
          </a:xfrm>
        </p:grpSpPr>
        <p:sp>
          <p:nvSpPr>
            <p:cNvPr id="10277" name="Google Shape;10277;p9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9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9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9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90"/>
          <p:cNvGrpSpPr/>
          <p:nvPr/>
        </p:nvGrpSpPr>
        <p:grpSpPr>
          <a:xfrm>
            <a:off x="2214042" y="3635109"/>
            <a:ext cx="368153" cy="311193"/>
            <a:chOff x="2214042" y="3810509"/>
            <a:chExt cx="368153" cy="311193"/>
          </a:xfrm>
        </p:grpSpPr>
        <p:sp>
          <p:nvSpPr>
            <p:cNvPr id="10283" name="Google Shape;10283;p9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90"/>
          <p:cNvGrpSpPr/>
          <p:nvPr/>
        </p:nvGrpSpPr>
        <p:grpSpPr>
          <a:xfrm>
            <a:off x="1797413" y="3606819"/>
            <a:ext cx="367805" cy="367773"/>
            <a:chOff x="1768938" y="3782219"/>
            <a:chExt cx="367805" cy="367773"/>
          </a:xfrm>
        </p:grpSpPr>
        <p:sp>
          <p:nvSpPr>
            <p:cNvPr id="10286" name="Google Shape;10286;p9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9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9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9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90"/>
          <p:cNvGrpSpPr/>
          <p:nvPr/>
        </p:nvGrpSpPr>
        <p:grpSpPr>
          <a:xfrm>
            <a:off x="2681385" y="3623039"/>
            <a:ext cx="325544" cy="327413"/>
            <a:chOff x="2681385" y="3798439"/>
            <a:chExt cx="325544" cy="327413"/>
          </a:xfrm>
        </p:grpSpPr>
        <p:sp>
          <p:nvSpPr>
            <p:cNvPr id="10292" name="Google Shape;10292;p9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9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9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9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9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90"/>
          <p:cNvGrpSpPr/>
          <p:nvPr/>
        </p:nvGrpSpPr>
        <p:grpSpPr>
          <a:xfrm>
            <a:off x="6243928" y="4088102"/>
            <a:ext cx="274254" cy="350824"/>
            <a:chOff x="6243928" y="4263502"/>
            <a:chExt cx="274254" cy="350824"/>
          </a:xfrm>
        </p:grpSpPr>
        <p:sp>
          <p:nvSpPr>
            <p:cNvPr id="10300" name="Google Shape;10300;p9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9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9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9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9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90"/>
          <p:cNvGrpSpPr/>
          <p:nvPr/>
        </p:nvGrpSpPr>
        <p:grpSpPr>
          <a:xfrm>
            <a:off x="3560600" y="3587938"/>
            <a:ext cx="352345" cy="363655"/>
            <a:chOff x="3560600" y="3763338"/>
            <a:chExt cx="352345" cy="363655"/>
          </a:xfrm>
        </p:grpSpPr>
        <p:sp>
          <p:nvSpPr>
            <p:cNvPr id="10309" name="Google Shape;10309;p9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9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9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90"/>
          <p:cNvGrpSpPr/>
          <p:nvPr/>
        </p:nvGrpSpPr>
        <p:grpSpPr>
          <a:xfrm>
            <a:off x="5790556" y="4085852"/>
            <a:ext cx="279513" cy="356083"/>
            <a:chOff x="5790556" y="4261252"/>
            <a:chExt cx="279513" cy="356083"/>
          </a:xfrm>
        </p:grpSpPr>
        <p:sp>
          <p:nvSpPr>
            <p:cNvPr id="10313" name="Google Shape;10313;p9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9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9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9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90"/>
          <p:cNvGrpSpPr/>
          <p:nvPr/>
        </p:nvGrpSpPr>
        <p:grpSpPr>
          <a:xfrm>
            <a:off x="5341333" y="4085852"/>
            <a:ext cx="278752" cy="356463"/>
            <a:chOff x="5341333" y="4261252"/>
            <a:chExt cx="278752" cy="356463"/>
          </a:xfrm>
        </p:grpSpPr>
        <p:sp>
          <p:nvSpPr>
            <p:cNvPr id="10321" name="Google Shape;10321;p9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9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9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9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9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8" name="Google Shape;10328;p90"/>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9" name="Google Shape;10329;p90"/>
          <p:cNvGrpSpPr/>
          <p:nvPr/>
        </p:nvGrpSpPr>
        <p:grpSpPr>
          <a:xfrm>
            <a:off x="3103646" y="3590676"/>
            <a:ext cx="360233" cy="362451"/>
            <a:chOff x="3107608" y="3763401"/>
            <a:chExt cx="360233" cy="362451"/>
          </a:xfrm>
        </p:grpSpPr>
        <p:sp>
          <p:nvSpPr>
            <p:cNvPr id="10330" name="Google Shape;10330;p9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90"/>
          <p:cNvGrpSpPr/>
          <p:nvPr/>
        </p:nvGrpSpPr>
        <p:grpSpPr>
          <a:xfrm>
            <a:off x="889343" y="3625827"/>
            <a:ext cx="351585" cy="339705"/>
            <a:chOff x="889343" y="3801227"/>
            <a:chExt cx="351585" cy="339705"/>
          </a:xfrm>
        </p:grpSpPr>
        <p:sp>
          <p:nvSpPr>
            <p:cNvPr id="10334" name="Google Shape;10334;p9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9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9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9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90"/>
          <p:cNvGrpSpPr/>
          <p:nvPr/>
        </p:nvGrpSpPr>
        <p:grpSpPr>
          <a:xfrm>
            <a:off x="4896609" y="4085472"/>
            <a:ext cx="278784" cy="355323"/>
            <a:chOff x="4896609" y="4260872"/>
            <a:chExt cx="278784" cy="355323"/>
          </a:xfrm>
        </p:grpSpPr>
        <p:sp>
          <p:nvSpPr>
            <p:cNvPr id="10340" name="Google Shape;10340;p9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9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9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90"/>
          <p:cNvGrpSpPr/>
          <p:nvPr/>
        </p:nvGrpSpPr>
        <p:grpSpPr>
          <a:xfrm>
            <a:off x="7598438" y="4090731"/>
            <a:ext cx="260283" cy="345914"/>
            <a:chOff x="7598438" y="4266131"/>
            <a:chExt cx="260283" cy="345914"/>
          </a:xfrm>
        </p:grpSpPr>
        <p:sp>
          <p:nvSpPr>
            <p:cNvPr id="10347" name="Google Shape;10347;p9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9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90"/>
          <p:cNvGrpSpPr/>
          <p:nvPr/>
        </p:nvGrpSpPr>
        <p:grpSpPr>
          <a:xfrm>
            <a:off x="1767069" y="3184746"/>
            <a:ext cx="286324" cy="348163"/>
            <a:chOff x="1767069" y="3360146"/>
            <a:chExt cx="286324" cy="348163"/>
          </a:xfrm>
        </p:grpSpPr>
        <p:sp>
          <p:nvSpPr>
            <p:cNvPr id="10355" name="Google Shape;10355;p9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9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90"/>
          <p:cNvGrpSpPr/>
          <p:nvPr/>
        </p:nvGrpSpPr>
        <p:grpSpPr>
          <a:xfrm>
            <a:off x="7149944" y="4090731"/>
            <a:ext cx="260283" cy="345914"/>
            <a:chOff x="7149944" y="4266131"/>
            <a:chExt cx="260283" cy="345914"/>
          </a:xfrm>
        </p:grpSpPr>
        <p:sp>
          <p:nvSpPr>
            <p:cNvPr id="10363" name="Google Shape;10363;p9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90"/>
          <p:cNvGrpSpPr/>
          <p:nvPr/>
        </p:nvGrpSpPr>
        <p:grpSpPr>
          <a:xfrm>
            <a:off x="6695051" y="4083951"/>
            <a:ext cx="270104" cy="360233"/>
            <a:chOff x="6695051" y="4259351"/>
            <a:chExt cx="270104" cy="360233"/>
          </a:xfrm>
        </p:grpSpPr>
        <p:sp>
          <p:nvSpPr>
            <p:cNvPr id="10370" name="Google Shape;10370;p9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90"/>
          <p:cNvGrpSpPr/>
          <p:nvPr/>
        </p:nvGrpSpPr>
        <p:grpSpPr>
          <a:xfrm>
            <a:off x="8047661" y="4082051"/>
            <a:ext cx="277263" cy="362514"/>
            <a:chOff x="8047661" y="4257451"/>
            <a:chExt cx="277263" cy="362514"/>
          </a:xfrm>
        </p:grpSpPr>
        <p:sp>
          <p:nvSpPr>
            <p:cNvPr id="10375" name="Google Shape;10375;p9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90"/>
          <p:cNvGrpSpPr/>
          <p:nvPr/>
        </p:nvGrpSpPr>
        <p:grpSpPr>
          <a:xfrm>
            <a:off x="6248078" y="3609068"/>
            <a:ext cx="277263" cy="356115"/>
            <a:chOff x="6248078" y="3784468"/>
            <a:chExt cx="277263" cy="356115"/>
          </a:xfrm>
        </p:grpSpPr>
        <p:sp>
          <p:nvSpPr>
            <p:cNvPr id="10380" name="Google Shape;10380;p9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90"/>
          <p:cNvGrpSpPr/>
          <p:nvPr/>
        </p:nvGrpSpPr>
        <p:grpSpPr>
          <a:xfrm>
            <a:off x="5800725" y="3610589"/>
            <a:ext cx="277644" cy="354594"/>
            <a:chOff x="5800725" y="3785989"/>
            <a:chExt cx="277644" cy="354594"/>
          </a:xfrm>
        </p:grpSpPr>
        <p:sp>
          <p:nvSpPr>
            <p:cNvPr id="10386" name="Google Shape;10386;p9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9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9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90"/>
          <p:cNvGrpSpPr/>
          <p:nvPr/>
        </p:nvGrpSpPr>
        <p:grpSpPr>
          <a:xfrm>
            <a:off x="2206122" y="3185348"/>
            <a:ext cx="308183" cy="347561"/>
            <a:chOff x="2206122" y="3360748"/>
            <a:chExt cx="308183" cy="347561"/>
          </a:xfrm>
        </p:grpSpPr>
        <p:sp>
          <p:nvSpPr>
            <p:cNvPr id="10394" name="Google Shape;10394;p9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9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9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90"/>
          <p:cNvGrpSpPr/>
          <p:nvPr/>
        </p:nvGrpSpPr>
        <p:grpSpPr>
          <a:xfrm>
            <a:off x="5353403" y="3610209"/>
            <a:ext cx="277992" cy="354974"/>
            <a:chOff x="5353403" y="3785609"/>
            <a:chExt cx="277992" cy="354974"/>
          </a:xfrm>
        </p:grpSpPr>
        <p:sp>
          <p:nvSpPr>
            <p:cNvPr id="10400" name="Google Shape;10400;p9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9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9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90"/>
          <p:cNvGrpSpPr/>
          <p:nvPr/>
        </p:nvGrpSpPr>
        <p:grpSpPr>
          <a:xfrm>
            <a:off x="4896229" y="3610589"/>
            <a:ext cx="278784" cy="354594"/>
            <a:chOff x="4896229" y="3785989"/>
            <a:chExt cx="278784" cy="354594"/>
          </a:xfrm>
        </p:grpSpPr>
        <p:sp>
          <p:nvSpPr>
            <p:cNvPr id="10407" name="Google Shape;10407;p9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9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90"/>
          <p:cNvGrpSpPr/>
          <p:nvPr/>
        </p:nvGrpSpPr>
        <p:grpSpPr>
          <a:xfrm>
            <a:off x="7592387" y="3612458"/>
            <a:ext cx="273874" cy="351204"/>
            <a:chOff x="7592387" y="3787858"/>
            <a:chExt cx="273874" cy="351204"/>
          </a:xfrm>
        </p:grpSpPr>
        <p:sp>
          <p:nvSpPr>
            <p:cNvPr id="10414" name="Google Shape;10414;p9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90"/>
          <p:cNvGrpSpPr/>
          <p:nvPr/>
        </p:nvGrpSpPr>
        <p:grpSpPr>
          <a:xfrm>
            <a:off x="7145794" y="3612458"/>
            <a:ext cx="274254" cy="350444"/>
            <a:chOff x="7145794" y="3787858"/>
            <a:chExt cx="274254" cy="350444"/>
          </a:xfrm>
        </p:grpSpPr>
        <p:sp>
          <p:nvSpPr>
            <p:cNvPr id="10419" name="Google Shape;10419;p9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90"/>
          <p:cNvGrpSpPr/>
          <p:nvPr/>
        </p:nvGrpSpPr>
        <p:grpSpPr>
          <a:xfrm>
            <a:off x="8054060" y="3611698"/>
            <a:ext cx="266334" cy="353834"/>
            <a:chOff x="8054060" y="3787098"/>
            <a:chExt cx="266334" cy="353834"/>
          </a:xfrm>
        </p:grpSpPr>
        <p:sp>
          <p:nvSpPr>
            <p:cNvPr id="10426" name="Google Shape;10426;p9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9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90"/>
          <p:cNvGrpSpPr/>
          <p:nvPr/>
        </p:nvGrpSpPr>
        <p:grpSpPr>
          <a:xfrm>
            <a:off x="6702211" y="3607199"/>
            <a:ext cx="270104" cy="361754"/>
            <a:chOff x="6702211" y="3782599"/>
            <a:chExt cx="270104" cy="361754"/>
          </a:xfrm>
        </p:grpSpPr>
        <p:sp>
          <p:nvSpPr>
            <p:cNvPr id="10431" name="Google Shape;10431;p9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9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9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90"/>
          <p:cNvGrpSpPr/>
          <p:nvPr/>
        </p:nvGrpSpPr>
        <p:grpSpPr>
          <a:xfrm>
            <a:off x="3516886" y="3263327"/>
            <a:ext cx="391854" cy="269922"/>
            <a:chOff x="3516850" y="3406526"/>
            <a:chExt cx="369674" cy="254644"/>
          </a:xfrm>
        </p:grpSpPr>
        <p:sp>
          <p:nvSpPr>
            <p:cNvPr id="10437" name="Google Shape;10437;p9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90"/>
          <p:cNvGrpSpPr/>
          <p:nvPr/>
        </p:nvGrpSpPr>
        <p:grpSpPr>
          <a:xfrm>
            <a:off x="1310655" y="3185127"/>
            <a:ext cx="306314" cy="347403"/>
            <a:chOff x="1310655" y="3360527"/>
            <a:chExt cx="306314" cy="347403"/>
          </a:xfrm>
        </p:grpSpPr>
        <p:sp>
          <p:nvSpPr>
            <p:cNvPr id="10442" name="Google Shape;10442;p9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90"/>
          <p:cNvGrpSpPr/>
          <p:nvPr/>
        </p:nvGrpSpPr>
        <p:grpSpPr>
          <a:xfrm>
            <a:off x="3119678" y="3184746"/>
            <a:ext cx="269343" cy="348543"/>
            <a:chOff x="3119678" y="3360146"/>
            <a:chExt cx="269343" cy="348543"/>
          </a:xfrm>
        </p:grpSpPr>
        <p:sp>
          <p:nvSpPr>
            <p:cNvPr id="10448" name="Google Shape;10448;p9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9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9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9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9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9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90"/>
          <p:cNvGrpSpPr/>
          <p:nvPr/>
        </p:nvGrpSpPr>
        <p:grpSpPr>
          <a:xfrm>
            <a:off x="3967213" y="3181547"/>
            <a:ext cx="368185" cy="354753"/>
            <a:chOff x="3967213" y="3356947"/>
            <a:chExt cx="368185" cy="354753"/>
          </a:xfrm>
        </p:grpSpPr>
        <p:sp>
          <p:nvSpPr>
            <p:cNvPr id="10456" name="Google Shape;10456;p9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9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9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9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9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90"/>
          <p:cNvGrpSpPr/>
          <p:nvPr/>
        </p:nvGrpSpPr>
        <p:grpSpPr>
          <a:xfrm>
            <a:off x="871254" y="3184746"/>
            <a:ext cx="285183" cy="347023"/>
            <a:chOff x="871254" y="3360146"/>
            <a:chExt cx="285183" cy="347023"/>
          </a:xfrm>
        </p:grpSpPr>
        <p:sp>
          <p:nvSpPr>
            <p:cNvPr id="10462" name="Google Shape;10462;p9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9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9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9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90"/>
          <p:cNvGrpSpPr/>
          <p:nvPr/>
        </p:nvGrpSpPr>
        <p:grpSpPr>
          <a:xfrm>
            <a:off x="2665165" y="3184746"/>
            <a:ext cx="281794" cy="349684"/>
            <a:chOff x="2665165" y="3360146"/>
            <a:chExt cx="281794" cy="349684"/>
          </a:xfrm>
        </p:grpSpPr>
        <p:sp>
          <p:nvSpPr>
            <p:cNvPr id="10467" name="Google Shape;10467;p9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9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9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9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90"/>
          <p:cNvGrpSpPr/>
          <p:nvPr/>
        </p:nvGrpSpPr>
        <p:grpSpPr>
          <a:xfrm>
            <a:off x="7156344" y="3172296"/>
            <a:ext cx="264465" cy="353074"/>
            <a:chOff x="7156344" y="3347696"/>
            <a:chExt cx="264465" cy="353074"/>
          </a:xfrm>
        </p:grpSpPr>
        <p:sp>
          <p:nvSpPr>
            <p:cNvPr id="10473" name="Google Shape;10473;p9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9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9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90"/>
          <p:cNvGrpSpPr/>
          <p:nvPr/>
        </p:nvGrpSpPr>
        <p:grpSpPr>
          <a:xfrm>
            <a:off x="6703732" y="3171536"/>
            <a:ext cx="264813" cy="352693"/>
            <a:chOff x="6703732" y="3346936"/>
            <a:chExt cx="264813" cy="352693"/>
          </a:xfrm>
        </p:grpSpPr>
        <p:sp>
          <p:nvSpPr>
            <p:cNvPr id="10479" name="Google Shape;10479;p9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90"/>
          <p:cNvGrpSpPr/>
          <p:nvPr/>
        </p:nvGrpSpPr>
        <p:grpSpPr>
          <a:xfrm>
            <a:off x="6252228" y="3171536"/>
            <a:ext cx="265193" cy="352693"/>
            <a:chOff x="6252228" y="3346936"/>
            <a:chExt cx="265193" cy="352693"/>
          </a:xfrm>
        </p:grpSpPr>
        <p:sp>
          <p:nvSpPr>
            <p:cNvPr id="10485" name="Google Shape;10485;p9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90"/>
          <p:cNvGrpSpPr/>
          <p:nvPr/>
        </p:nvGrpSpPr>
        <p:grpSpPr>
          <a:xfrm>
            <a:off x="5801105" y="3172296"/>
            <a:ext cx="264813" cy="351933"/>
            <a:chOff x="5801105" y="3347696"/>
            <a:chExt cx="264813" cy="351933"/>
          </a:xfrm>
        </p:grpSpPr>
        <p:sp>
          <p:nvSpPr>
            <p:cNvPr id="10489" name="Google Shape;10489;p9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9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9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90"/>
          <p:cNvGrpSpPr/>
          <p:nvPr/>
        </p:nvGrpSpPr>
        <p:grpSpPr>
          <a:xfrm>
            <a:off x="5349253" y="3171536"/>
            <a:ext cx="265922" cy="352693"/>
            <a:chOff x="5349253" y="3346936"/>
            <a:chExt cx="265922" cy="352693"/>
          </a:xfrm>
        </p:grpSpPr>
        <p:sp>
          <p:nvSpPr>
            <p:cNvPr id="10494" name="Google Shape;10494;p9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9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9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90"/>
          <p:cNvGrpSpPr/>
          <p:nvPr/>
        </p:nvGrpSpPr>
        <p:grpSpPr>
          <a:xfrm>
            <a:off x="4907159" y="3171536"/>
            <a:ext cx="264845" cy="354214"/>
            <a:chOff x="4907159" y="3346936"/>
            <a:chExt cx="264845" cy="354214"/>
          </a:xfrm>
        </p:grpSpPr>
        <p:sp>
          <p:nvSpPr>
            <p:cNvPr id="10501" name="Google Shape;10501;p9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90"/>
          <p:cNvGrpSpPr/>
          <p:nvPr/>
        </p:nvGrpSpPr>
        <p:grpSpPr>
          <a:xfrm>
            <a:off x="8048421" y="3159086"/>
            <a:ext cx="276503" cy="369674"/>
            <a:chOff x="8048421" y="3334486"/>
            <a:chExt cx="276503" cy="369674"/>
          </a:xfrm>
        </p:grpSpPr>
        <p:sp>
          <p:nvSpPr>
            <p:cNvPr id="10504" name="Google Shape;10504;p9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9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9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90"/>
          <p:cNvGrpSpPr/>
          <p:nvPr/>
        </p:nvGrpSpPr>
        <p:grpSpPr>
          <a:xfrm>
            <a:off x="7575787" y="3154555"/>
            <a:ext cx="295384" cy="376834"/>
            <a:chOff x="7575787" y="3329955"/>
            <a:chExt cx="295384" cy="376834"/>
          </a:xfrm>
        </p:grpSpPr>
        <p:sp>
          <p:nvSpPr>
            <p:cNvPr id="10511" name="Google Shape;10511;p9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9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9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90"/>
          <p:cNvGrpSpPr/>
          <p:nvPr/>
        </p:nvGrpSpPr>
        <p:grpSpPr>
          <a:xfrm>
            <a:off x="864062" y="2709103"/>
            <a:ext cx="264084" cy="347783"/>
            <a:chOff x="864062" y="2884503"/>
            <a:chExt cx="264084" cy="347783"/>
          </a:xfrm>
        </p:grpSpPr>
        <p:sp>
          <p:nvSpPr>
            <p:cNvPr id="10518" name="Google Shape;10518;p9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9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9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9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9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90"/>
          <p:cNvGrpSpPr/>
          <p:nvPr/>
        </p:nvGrpSpPr>
        <p:grpSpPr>
          <a:xfrm>
            <a:off x="3978523" y="2709261"/>
            <a:ext cx="348955" cy="346516"/>
            <a:chOff x="3978523" y="2884661"/>
            <a:chExt cx="348955" cy="346516"/>
          </a:xfrm>
        </p:grpSpPr>
        <p:sp>
          <p:nvSpPr>
            <p:cNvPr id="10529" name="Google Shape;10529;p9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90"/>
          <p:cNvGrpSpPr/>
          <p:nvPr/>
        </p:nvGrpSpPr>
        <p:grpSpPr>
          <a:xfrm>
            <a:off x="3556255" y="2709863"/>
            <a:ext cx="347435" cy="345534"/>
            <a:chOff x="3527780" y="2885263"/>
            <a:chExt cx="347435" cy="345534"/>
          </a:xfrm>
        </p:grpSpPr>
        <p:sp>
          <p:nvSpPr>
            <p:cNvPr id="10538" name="Google Shape;10538;p9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9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9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9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9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9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9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9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90"/>
          <p:cNvGrpSpPr/>
          <p:nvPr/>
        </p:nvGrpSpPr>
        <p:grpSpPr>
          <a:xfrm>
            <a:off x="2239671" y="2709103"/>
            <a:ext cx="218053" cy="348543"/>
            <a:chOff x="2239671" y="2884503"/>
            <a:chExt cx="218053" cy="348543"/>
          </a:xfrm>
        </p:grpSpPr>
        <p:sp>
          <p:nvSpPr>
            <p:cNvPr id="10562" name="Google Shape;10562;p9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9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9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90"/>
          <p:cNvGrpSpPr/>
          <p:nvPr/>
        </p:nvGrpSpPr>
        <p:grpSpPr>
          <a:xfrm>
            <a:off x="2691555" y="2709103"/>
            <a:ext cx="215044" cy="348924"/>
            <a:chOff x="2691555" y="2884503"/>
            <a:chExt cx="215044" cy="348924"/>
          </a:xfrm>
        </p:grpSpPr>
        <p:sp>
          <p:nvSpPr>
            <p:cNvPr id="10568" name="Google Shape;10568;p9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9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90"/>
          <p:cNvGrpSpPr/>
          <p:nvPr/>
        </p:nvGrpSpPr>
        <p:grpSpPr>
          <a:xfrm>
            <a:off x="1770459" y="2709103"/>
            <a:ext cx="254644" cy="348828"/>
            <a:chOff x="1770459" y="2884503"/>
            <a:chExt cx="254644" cy="348828"/>
          </a:xfrm>
        </p:grpSpPr>
        <p:sp>
          <p:nvSpPr>
            <p:cNvPr id="10572" name="Google Shape;10572;p9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9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9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9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9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90"/>
          <p:cNvGrpSpPr/>
          <p:nvPr/>
        </p:nvGrpSpPr>
        <p:grpSpPr>
          <a:xfrm>
            <a:off x="1317466" y="2709483"/>
            <a:ext cx="258382" cy="348543"/>
            <a:chOff x="1317466" y="2884883"/>
            <a:chExt cx="258382" cy="348543"/>
          </a:xfrm>
        </p:grpSpPr>
        <p:sp>
          <p:nvSpPr>
            <p:cNvPr id="10581" name="Google Shape;10581;p9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9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9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90"/>
          <p:cNvGrpSpPr/>
          <p:nvPr/>
        </p:nvGrpSpPr>
        <p:grpSpPr>
          <a:xfrm>
            <a:off x="3121167" y="2709483"/>
            <a:ext cx="258414" cy="348543"/>
            <a:chOff x="3121167" y="2884883"/>
            <a:chExt cx="258414" cy="348543"/>
          </a:xfrm>
        </p:grpSpPr>
        <p:sp>
          <p:nvSpPr>
            <p:cNvPr id="10590" name="Google Shape;10590;p9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9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9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9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90"/>
          <p:cNvGrpSpPr/>
          <p:nvPr/>
        </p:nvGrpSpPr>
        <p:grpSpPr>
          <a:xfrm>
            <a:off x="4899999" y="2706695"/>
            <a:ext cx="271244" cy="346801"/>
            <a:chOff x="4899999" y="2882095"/>
            <a:chExt cx="271244" cy="346801"/>
          </a:xfrm>
        </p:grpSpPr>
        <p:sp>
          <p:nvSpPr>
            <p:cNvPr id="10599" name="Google Shape;10599;p9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9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9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9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9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9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9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90"/>
          <p:cNvGrpSpPr/>
          <p:nvPr/>
        </p:nvGrpSpPr>
        <p:grpSpPr>
          <a:xfrm>
            <a:off x="7162775" y="2705713"/>
            <a:ext cx="259523" cy="346294"/>
            <a:chOff x="7162775" y="2881113"/>
            <a:chExt cx="259523" cy="346294"/>
          </a:xfrm>
        </p:grpSpPr>
        <p:sp>
          <p:nvSpPr>
            <p:cNvPr id="10610" name="Google Shape;10610;p9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90"/>
          <p:cNvGrpSpPr/>
          <p:nvPr/>
        </p:nvGrpSpPr>
        <p:grpSpPr>
          <a:xfrm>
            <a:off x="6709751" y="2706442"/>
            <a:ext cx="261075" cy="347815"/>
            <a:chOff x="6709751" y="2881842"/>
            <a:chExt cx="261075" cy="347815"/>
          </a:xfrm>
        </p:grpSpPr>
        <p:sp>
          <p:nvSpPr>
            <p:cNvPr id="10617" name="Google Shape;10617;p9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90"/>
          <p:cNvGrpSpPr/>
          <p:nvPr/>
        </p:nvGrpSpPr>
        <p:grpSpPr>
          <a:xfrm>
            <a:off x="5807156" y="2705713"/>
            <a:ext cx="261043" cy="348163"/>
            <a:chOff x="5807156" y="2881113"/>
            <a:chExt cx="261043" cy="348163"/>
          </a:xfrm>
        </p:grpSpPr>
        <p:sp>
          <p:nvSpPr>
            <p:cNvPr id="10624" name="Google Shape;10624;p9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9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9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90"/>
          <p:cNvGrpSpPr/>
          <p:nvPr/>
        </p:nvGrpSpPr>
        <p:grpSpPr>
          <a:xfrm>
            <a:off x="5355653" y="2706093"/>
            <a:ext cx="262184" cy="346643"/>
            <a:chOff x="5355653" y="2881493"/>
            <a:chExt cx="262184" cy="346643"/>
          </a:xfrm>
        </p:grpSpPr>
        <p:sp>
          <p:nvSpPr>
            <p:cNvPr id="10630" name="Google Shape;10630;p9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9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9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90"/>
          <p:cNvGrpSpPr/>
          <p:nvPr/>
        </p:nvGrpSpPr>
        <p:grpSpPr>
          <a:xfrm>
            <a:off x="8055961" y="2706442"/>
            <a:ext cx="260283" cy="345914"/>
            <a:chOff x="8055961" y="2881842"/>
            <a:chExt cx="260283" cy="345914"/>
          </a:xfrm>
        </p:grpSpPr>
        <p:sp>
          <p:nvSpPr>
            <p:cNvPr id="10636" name="Google Shape;10636;p9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9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90"/>
          <p:cNvGrpSpPr/>
          <p:nvPr/>
        </p:nvGrpSpPr>
        <p:grpSpPr>
          <a:xfrm>
            <a:off x="7609368" y="2718512"/>
            <a:ext cx="264813" cy="353105"/>
            <a:chOff x="7609368" y="2893912"/>
            <a:chExt cx="264813" cy="353105"/>
          </a:xfrm>
        </p:grpSpPr>
        <p:sp>
          <p:nvSpPr>
            <p:cNvPr id="10641" name="Google Shape;10641;p9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9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9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90"/>
          <p:cNvGrpSpPr/>
          <p:nvPr/>
        </p:nvGrpSpPr>
        <p:grpSpPr>
          <a:xfrm>
            <a:off x="6248458" y="2694372"/>
            <a:ext cx="270864" cy="360645"/>
            <a:chOff x="6248458" y="2869772"/>
            <a:chExt cx="270864" cy="360645"/>
          </a:xfrm>
        </p:grpSpPr>
        <p:sp>
          <p:nvSpPr>
            <p:cNvPr id="10648" name="Google Shape;10648;p9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90"/>
          <p:cNvGrpSpPr/>
          <p:nvPr/>
        </p:nvGrpSpPr>
        <p:grpSpPr>
          <a:xfrm>
            <a:off x="3075928" y="2270398"/>
            <a:ext cx="363243" cy="300675"/>
            <a:chOff x="3075928" y="2445798"/>
            <a:chExt cx="363243" cy="300675"/>
          </a:xfrm>
        </p:grpSpPr>
        <p:sp>
          <p:nvSpPr>
            <p:cNvPr id="10654" name="Google Shape;10654;p9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9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9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9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9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9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9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90"/>
          <p:cNvGrpSpPr/>
          <p:nvPr/>
        </p:nvGrpSpPr>
        <p:grpSpPr>
          <a:xfrm>
            <a:off x="2633105" y="2256459"/>
            <a:ext cx="363243" cy="328585"/>
            <a:chOff x="2633105" y="2431859"/>
            <a:chExt cx="363243" cy="328585"/>
          </a:xfrm>
        </p:grpSpPr>
        <p:sp>
          <p:nvSpPr>
            <p:cNvPr id="10666" name="Google Shape;10666;p9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9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9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9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90"/>
          <p:cNvGrpSpPr/>
          <p:nvPr/>
        </p:nvGrpSpPr>
        <p:grpSpPr>
          <a:xfrm>
            <a:off x="2189142" y="2245910"/>
            <a:ext cx="365904" cy="350064"/>
            <a:chOff x="2189142" y="2421310"/>
            <a:chExt cx="365904" cy="350064"/>
          </a:xfrm>
        </p:grpSpPr>
        <p:sp>
          <p:nvSpPr>
            <p:cNvPr id="10675" name="Google Shape;10675;p9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9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9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9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9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9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9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4" name="Google Shape;10684;p90"/>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5" name="Google Shape;10685;p90"/>
          <p:cNvGrpSpPr/>
          <p:nvPr/>
        </p:nvGrpSpPr>
        <p:grpSpPr>
          <a:xfrm>
            <a:off x="3961923" y="2310917"/>
            <a:ext cx="364415" cy="220936"/>
            <a:chOff x="3961923" y="2486317"/>
            <a:chExt cx="364415" cy="220936"/>
          </a:xfrm>
        </p:grpSpPr>
        <p:sp>
          <p:nvSpPr>
            <p:cNvPr id="10686" name="Google Shape;10686;p9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0" name="Google Shape;10690;p90"/>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1" name="Google Shape;10691;p90"/>
          <p:cNvGrpSpPr/>
          <p:nvPr/>
        </p:nvGrpSpPr>
        <p:grpSpPr>
          <a:xfrm>
            <a:off x="1303876" y="2243977"/>
            <a:ext cx="363275" cy="354626"/>
            <a:chOff x="1303876" y="2419377"/>
            <a:chExt cx="363275" cy="354626"/>
          </a:xfrm>
        </p:grpSpPr>
        <p:sp>
          <p:nvSpPr>
            <p:cNvPr id="10692" name="Google Shape;10692;p9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9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9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90"/>
          <p:cNvGrpSpPr/>
          <p:nvPr/>
        </p:nvGrpSpPr>
        <p:grpSpPr>
          <a:xfrm>
            <a:off x="861053" y="2239510"/>
            <a:ext cx="362134" cy="363623"/>
            <a:chOff x="861053" y="2414910"/>
            <a:chExt cx="362134" cy="363623"/>
          </a:xfrm>
        </p:grpSpPr>
        <p:sp>
          <p:nvSpPr>
            <p:cNvPr id="10701" name="Google Shape;10701;p9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90"/>
          <p:cNvGrpSpPr/>
          <p:nvPr/>
        </p:nvGrpSpPr>
        <p:grpSpPr>
          <a:xfrm>
            <a:off x="7594288" y="2239859"/>
            <a:ext cx="279513" cy="355735"/>
            <a:chOff x="7594288" y="2415259"/>
            <a:chExt cx="279513" cy="355735"/>
          </a:xfrm>
        </p:grpSpPr>
        <p:sp>
          <p:nvSpPr>
            <p:cNvPr id="10707" name="Google Shape;10707;p9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9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9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9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90"/>
          <p:cNvGrpSpPr/>
          <p:nvPr/>
        </p:nvGrpSpPr>
        <p:grpSpPr>
          <a:xfrm>
            <a:off x="7145794" y="2240239"/>
            <a:ext cx="278784" cy="355735"/>
            <a:chOff x="7145794" y="2415639"/>
            <a:chExt cx="278784" cy="355735"/>
          </a:xfrm>
        </p:grpSpPr>
        <p:sp>
          <p:nvSpPr>
            <p:cNvPr id="10714" name="Google Shape;10714;p9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9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9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90"/>
          <p:cNvGrpSpPr/>
          <p:nvPr/>
        </p:nvGrpSpPr>
        <p:grpSpPr>
          <a:xfrm>
            <a:off x="6698441" y="2239130"/>
            <a:ext cx="277644" cy="357984"/>
            <a:chOff x="6698441" y="2414530"/>
            <a:chExt cx="277644" cy="357984"/>
          </a:xfrm>
        </p:grpSpPr>
        <p:sp>
          <p:nvSpPr>
            <p:cNvPr id="10725" name="Google Shape;10725;p9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9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90"/>
          <p:cNvGrpSpPr/>
          <p:nvPr/>
        </p:nvGrpSpPr>
        <p:grpSpPr>
          <a:xfrm>
            <a:off x="4897750" y="2240239"/>
            <a:ext cx="279513" cy="357255"/>
            <a:chOff x="4897750" y="2415639"/>
            <a:chExt cx="279513" cy="357255"/>
          </a:xfrm>
        </p:grpSpPr>
        <p:sp>
          <p:nvSpPr>
            <p:cNvPr id="10732" name="Google Shape;10732;p9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9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9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9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9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90"/>
          <p:cNvGrpSpPr/>
          <p:nvPr/>
        </p:nvGrpSpPr>
        <p:grpSpPr>
          <a:xfrm>
            <a:off x="5812066" y="2240619"/>
            <a:ext cx="264813" cy="353454"/>
            <a:chOff x="5812066" y="2416019"/>
            <a:chExt cx="264813" cy="353454"/>
          </a:xfrm>
        </p:grpSpPr>
        <p:sp>
          <p:nvSpPr>
            <p:cNvPr id="10741" name="Google Shape;10741;p9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90"/>
          <p:cNvGrpSpPr/>
          <p:nvPr/>
        </p:nvGrpSpPr>
        <p:grpSpPr>
          <a:xfrm>
            <a:off x="8054820" y="2240999"/>
            <a:ext cx="264433" cy="353454"/>
            <a:chOff x="8054820" y="2416399"/>
            <a:chExt cx="264433" cy="353454"/>
          </a:xfrm>
        </p:grpSpPr>
        <p:sp>
          <p:nvSpPr>
            <p:cNvPr id="10749" name="Google Shape;10749;p9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9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9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9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90"/>
          <p:cNvGrpSpPr/>
          <p:nvPr/>
        </p:nvGrpSpPr>
        <p:grpSpPr>
          <a:xfrm>
            <a:off x="5356413" y="2237990"/>
            <a:ext cx="271212" cy="361374"/>
            <a:chOff x="5356413" y="2413390"/>
            <a:chExt cx="271212" cy="361374"/>
          </a:xfrm>
        </p:grpSpPr>
        <p:sp>
          <p:nvSpPr>
            <p:cNvPr id="10756" name="Google Shape;10756;p9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9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9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90"/>
          <p:cNvGrpSpPr/>
          <p:nvPr/>
        </p:nvGrpSpPr>
        <p:grpSpPr>
          <a:xfrm>
            <a:off x="6255238" y="2236849"/>
            <a:ext cx="271244" cy="360994"/>
            <a:chOff x="6255238" y="2412249"/>
            <a:chExt cx="271244" cy="360994"/>
          </a:xfrm>
        </p:grpSpPr>
        <p:sp>
          <p:nvSpPr>
            <p:cNvPr id="10762" name="Google Shape;10762;p9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9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90"/>
          <p:cNvGrpSpPr/>
          <p:nvPr/>
        </p:nvGrpSpPr>
        <p:grpSpPr>
          <a:xfrm>
            <a:off x="2185372" y="1782399"/>
            <a:ext cx="366664" cy="366981"/>
            <a:chOff x="2185372" y="1957799"/>
            <a:chExt cx="366664" cy="366981"/>
          </a:xfrm>
        </p:grpSpPr>
        <p:sp>
          <p:nvSpPr>
            <p:cNvPr id="10769" name="Google Shape;10769;p9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9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9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90"/>
          <p:cNvGrpSpPr/>
          <p:nvPr/>
        </p:nvGrpSpPr>
        <p:grpSpPr>
          <a:xfrm>
            <a:off x="1737258" y="1812971"/>
            <a:ext cx="370814" cy="307359"/>
            <a:chOff x="1737258" y="1988371"/>
            <a:chExt cx="370814" cy="307359"/>
          </a:xfrm>
        </p:grpSpPr>
        <p:sp>
          <p:nvSpPr>
            <p:cNvPr id="10778" name="Google Shape;10778;p9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9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90"/>
          <p:cNvGrpSpPr/>
          <p:nvPr/>
        </p:nvGrpSpPr>
        <p:grpSpPr>
          <a:xfrm>
            <a:off x="848983" y="1814111"/>
            <a:ext cx="369294" cy="304350"/>
            <a:chOff x="848983" y="1989511"/>
            <a:chExt cx="369294" cy="304350"/>
          </a:xfrm>
        </p:grpSpPr>
        <p:sp>
          <p:nvSpPr>
            <p:cNvPr id="10783" name="Google Shape;10783;p9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90"/>
          <p:cNvGrpSpPr/>
          <p:nvPr/>
        </p:nvGrpSpPr>
        <p:grpSpPr>
          <a:xfrm>
            <a:off x="3074027" y="1808377"/>
            <a:ext cx="380604" cy="313854"/>
            <a:chOff x="3074027" y="1983777"/>
            <a:chExt cx="380604" cy="313854"/>
          </a:xfrm>
        </p:grpSpPr>
        <p:sp>
          <p:nvSpPr>
            <p:cNvPr id="10789" name="Google Shape;10789;p9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9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90"/>
          <p:cNvGrpSpPr/>
          <p:nvPr/>
        </p:nvGrpSpPr>
        <p:grpSpPr>
          <a:xfrm>
            <a:off x="3522521" y="1800457"/>
            <a:ext cx="367013" cy="331278"/>
            <a:chOff x="3522521" y="1975857"/>
            <a:chExt cx="367013" cy="331278"/>
          </a:xfrm>
        </p:grpSpPr>
        <p:sp>
          <p:nvSpPr>
            <p:cNvPr id="10795" name="Google Shape;10795;p9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9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9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90"/>
          <p:cNvGrpSpPr/>
          <p:nvPr/>
        </p:nvGrpSpPr>
        <p:grpSpPr>
          <a:xfrm>
            <a:off x="2630824" y="1801566"/>
            <a:ext cx="368185" cy="330454"/>
            <a:chOff x="2630824" y="1976966"/>
            <a:chExt cx="368185" cy="330454"/>
          </a:xfrm>
        </p:grpSpPr>
        <p:sp>
          <p:nvSpPr>
            <p:cNvPr id="10803" name="Google Shape;10803;p9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9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9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9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90"/>
          <p:cNvGrpSpPr/>
          <p:nvPr/>
        </p:nvGrpSpPr>
        <p:grpSpPr>
          <a:xfrm>
            <a:off x="1293706" y="1791016"/>
            <a:ext cx="369294" cy="350444"/>
            <a:chOff x="1293706" y="1966416"/>
            <a:chExt cx="369294" cy="350444"/>
          </a:xfrm>
        </p:grpSpPr>
        <p:sp>
          <p:nvSpPr>
            <p:cNvPr id="10812" name="Google Shape;10812;p9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9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9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9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90"/>
          <p:cNvGrpSpPr/>
          <p:nvPr/>
        </p:nvGrpSpPr>
        <p:grpSpPr>
          <a:xfrm>
            <a:off x="3967213" y="1800077"/>
            <a:ext cx="368185" cy="331816"/>
            <a:chOff x="3967213" y="1975477"/>
            <a:chExt cx="368185" cy="331816"/>
          </a:xfrm>
        </p:grpSpPr>
        <p:sp>
          <p:nvSpPr>
            <p:cNvPr id="10821" name="Google Shape;10821;p9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90"/>
          <p:cNvGrpSpPr/>
          <p:nvPr/>
        </p:nvGrpSpPr>
        <p:grpSpPr>
          <a:xfrm>
            <a:off x="8047661" y="1793646"/>
            <a:ext cx="279132" cy="356875"/>
            <a:chOff x="8047661" y="1969046"/>
            <a:chExt cx="279132" cy="356875"/>
          </a:xfrm>
        </p:grpSpPr>
        <p:sp>
          <p:nvSpPr>
            <p:cNvPr id="10825" name="Google Shape;10825;p9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9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9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90"/>
          <p:cNvGrpSpPr/>
          <p:nvPr/>
        </p:nvGrpSpPr>
        <p:grpSpPr>
          <a:xfrm>
            <a:off x="7596157" y="1792759"/>
            <a:ext cx="279544" cy="358142"/>
            <a:chOff x="7596157" y="1968159"/>
            <a:chExt cx="279544" cy="358142"/>
          </a:xfrm>
        </p:grpSpPr>
        <p:sp>
          <p:nvSpPr>
            <p:cNvPr id="10830" name="Google Shape;10830;p9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9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9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90"/>
          <p:cNvGrpSpPr/>
          <p:nvPr/>
        </p:nvGrpSpPr>
        <p:grpSpPr>
          <a:xfrm>
            <a:off x="7147315" y="1793646"/>
            <a:ext cx="279513" cy="357636"/>
            <a:chOff x="7147315" y="1969046"/>
            <a:chExt cx="279513" cy="357636"/>
          </a:xfrm>
        </p:grpSpPr>
        <p:sp>
          <p:nvSpPr>
            <p:cNvPr id="10837" name="Google Shape;10837;p9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9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9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90"/>
          <p:cNvGrpSpPr/>
          <p:nvPr/>
        </p:nvGrpSpPr>
        <p:grpSpPr>
          <a:xfrm>
            <a:off x="6697681" y="1792917"/>
            <a:ext cx="280305" cy="359093"/>
            <a:chOff x="6697681" y="1968317"/>
            <a:chExt cx="280305" cy="359093"/>
          </a:xfrm>
        </p:grpSpPr>
        <p:sp>
          <p:nvSpPr>
            <p:cNvPr id="10845" name="Google Shape;10845;p9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9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9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9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90"/>
          <p:cNvGrpSpPr/>
          <p:nvPr/>
        </p:nvGrpSpPr>
        <p:grpSpPr>
          <a:xfrm>
            <a:off x="6248839" y="1792537"/>
            <a:ext cx="280273" cy="358744"/>
            <a:chOff x="6248839" y="1967937"/>
            <a:chExt cx="280273" cy="358744"/>
          </a:xfrm>
        </p:grpSpPr>
        <p:sp>
          <p:nvSpPr>
            <p:cNvPr id="10853" name="Google Shape;10853;p9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90"/>
          <p:cNvGrpSpPr/>
          <p:nvPr/>
        </p:nvGrpSpPr>
        <p:grpSpPr>
          <a:xfrm>
            <a:off x="5801485" y="1793646"/>
            <a:ext cx="279164" cy="357794"/>
            <a:chOff x="5801485" y="1969046"/>
            <a:chExt cx="279164" cy="357794"/>
          </a:xfrm>
        </p:grpSpPr>
        <p:sp>
          <p:nvSpPr>
            <p:cNvPr id="10860" name="Google Shape;10860;p9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9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9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9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9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9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90"/>
          <p:cNvGrpSpPr/>
          <p:nvPr/>
        </p:nvGrpSpPr>
        <p:grpSpPr>
          <a:xfrm>
            <a:off x="5352643" y="1793646"/>
            <a:ext cx="278404" cy="358364"/>
            <a:chOff x="5352643" y="1969046"/>
            <a:chExt cx="278404" cy="358364"/>
          </a:xfrm>
        </p:grpSpPr>
        <p:sp>
          <p:nvSpPr>
            <p:cNvPr id="10874" name="Google Shape;10874;p9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9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90"/>
          <p:cNvGrpSpPr/>
          <p:nvPr/>
        </p:nvGrpSpPr>
        <p:grpSpPr>
          <a:xfrm>
            <a:off x="4897750" y="1792917"/>
            <a:ext cx="279132" cy="358364"/>
            <a:chOff x="4897750" y="1968317"/>
            <a:chExt cx="279132" cy="358364"/>
          </a:xfrm>
        </p:grpSpPr>
        <p:sp>
          <p:nvSpPr>
            <p:cNvPr id="10879" name="Google Shape;10879;p9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9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9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9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9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9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9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2" name="Google Shape;10892;p90"/>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3" name="Google Shape;10893;p90"/>
          <p:cNvGrpSpPr/>
          <p:nvPr/>
        </p:nvGrpSpPr>
        <p:grpSpPr>
          <a:xfrm>
            <a:off x="1767449" y="1337644"/>
            <a:ext cx="324403" cy="347783"/>
            <a:chOff x="1767449" y="1513044"/>
            <a:chExt cx="324403" cy="347783"/>
          </a:xfrm>
        </p:grpSpPr>
        <p:sp>
          <p:nvSpPr>
            <p:cNvPr id="10894" name="Google Shape;10894;p9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9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9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90"/>
          <p:cNvGrpSpPr/>
          <p:nvPr/>
        </p:nvGrpSpPr>
        <p:grpSpPr>
          <a:xfrm>
            <a:off x="4007193" y="1337327"/>
            <a:ext cx="320633" cy="348100"/>
            <a:chOff x="4007193" y="1512727"/>
            <a:chExt cx="320633" cy="348100"/>
          </a:xfrm>
        </p:grpSpPr>
        <p:sp>
          <p:nvSpPr>
            <p:cNvPr id="10904" name="Google Shape;10904;p9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9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9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90"/>
          <p:cNvGrpSpPr/>
          <p:nvPr/>
        </p:nvGrpSpPr>
        <p:grpSpPr>
          <a:xfrm>
            <a:off x="3530425" y="1333347"/>
            <a:ext cx="368175" cy="344594"/>
            <a:chOff x="3530425" y="1508747"/>
            <a:chExt cx="368175" cy="344594"/>
          </a:xfrm>
        </p:grpSpPr>
        <p:sp>
          <p:nvSpPr>
            <p:cNvPr id="10910" name="Google Shape;10910;p9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90"/>
          <p:cNvGrpSpPr/>
          <p:nvPr/>
        </p:nvGrpSpPr>
        <p:grpSpPr>
          <a:xfrm>
            <a:off x="3127598" y="1337834"/>
            <a:ext cx="289714" cy="347593"/>
            <a:chOff x="3127598" y="1513234"/>
            <a:chExt cx="289714" cy="347593"/>
          </a:xfrm>
        </p:grpSpPr>
        <p:sp>
          <p:nvSpPr>
            <p:cNvPr id="10915" name="Google Shape;10915;p9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9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9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9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90"/>
          <p:cNvGrpSpPr/>
          <p:nvPr/>
        </p:nvGrpSpPr>
        <p:grpSpPr>
          <a:xfrm>
            <a:off x="2662884" y="1337644"/>
            <a:ext cx="322914" cy="348543"/>
            <a:chOff x="2662884" y="1513044"/>
            <a:chExt cx="322914" cy="348543"/>
          </a:xfrm>
        </p:grpSpPr>
        <p:sp>
          <p:nvSpPr>
            <p:cNvPr id="10921" name="Google Shape;10921;p9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9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9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9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90"/>
          <p:cNvGrpSpPr/>
          <p:nvPr/>
        </p:nvGrpSpPr>
        <p:grpSpPr>
          <a:xfrm>
            <a:off x="2232511" y="1337359"/>
            <a:ext cx="299534" cy="348068"/>
            <a:chOff x="2232511" y="1512759"/>
            <a:chExt cx="299534" cy="348068"/>
          </a:xfrm>
        </p:grpSpPr>
        <p:sp>
          <p:nvSpPr>
            <p:cNvPr id="10932" name="Google Shape;10932;p9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9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9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9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90"/>
          <p:cNvGrpSpPr/>
          <p:nvPr/>
        </p:nvGrpSpPr>
        <p:grpSpPr>
          <a:xfrm>
            <a:off x="1331406" y="1337961"/>
            <a:ext cx="301784" cy="348607"/>
            <a:chOff x="1331406" y="1513361"/>
            <a:chExt cx="301784" cy="348607"/>
          </a:xfrm>
        </p:grpSpPr>
        <p:sp>
          <p:nvSpPr>
            <p:cNvPr id="10944" name="Google Shape;10944;p9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9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9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90"/>
          <p:cNvGrpSpPr/>
          <p:nvPr/>
        </p:nvGrpSpPr>
        <p:grpSpPr>
          <a:xfrm>
            <a:off x="7144274" y="1324814"/>
            <a:ext cx="282174" cy="355735"/>
            <a:chOff x="7144274" y="1500214"/>
            <a:chExt cx="282174" cy="355735"/>
          </a:xfrm>
        </p:grpSpPr>
        <p:sp>
          <p:nvSpPr>
            <p:cNvPr id="10949" name="Google Shape;10949;p9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9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9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90"/>
          <p:cNvGrpSpPr/>
          <p:nvPr/>
        </p:nvGrpSpPr>
        <p:grpSpPr>
          <a:xfrm>
            <a:off x="6685262" y="1324814"/>
            <a:ext cx="289682" cy="354594"/>
            <a:chOff x="6685262" y="1500214"/>
            <a:chExt cx="289682" cy="354594"/>
          </a:xfrm>
        </p:grpSpPr>
        <p:sp>
          <p:nvSpPr>
            <p:cNvPr id="10956" name="Google Shape;10956;p9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90"/>
          <p:cNvGrpSpPr/>
          <p:nvPr/>
        </p:nvGrpSpPr>
        <p:grpSpPr>
          <a:xfrm>
            <a:off x="6200938" y="1325194"/>
            <a:ext cx="322154" cy="355355"/>
            <a:chOff x="6200938" y="1500594"/>
            <a:chExt cx="322154" cy="355355"/>
          </a:xfrm>
        </p:grpSpPr>
        <p:sp>
          <p:nvSpPr>
            <p:cNvPr id="10961" name="Google Shape;10961;p9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9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9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90"/>
          <p:cNvGrpSpPr/>
          <p:nvPr/>
        </p:nvGrpSpPr>
        <p:grpSpPr>
          <a:xfrm>
            <a:off x="5289631" y="1324814"/>
            <a:ext cx="332355" cy="354974"/>
            <a:chOff x="5289631" y="1500214"/>
            <a:chExt cx="332355" cy="354974"/>
          </a:xfrm>
        </p:grpSpPr>
        <p:sp>
          <p:nvSpPr>
            <p:cNvPr id="10967" name="Google Shape;10967;p9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9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9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90"/>
          <p:cNvGrpSpPr/>
          <p:nvPr/>
        </p:nvGrpSpPr>
        <p:grpSpPr>
          <a:xfrm>
            <a:off x="5748295" y="1324433"/>
            <a:ext cx="323294" cy="356115"/>
            <a:chOff x="5748295" y="1499833"/>
            <a:chExt cx="323294" cy="356115"/>
          </a:xfrm>
        </p:grpSpPr>
        <p:sp>
          <p:nvSpPr>
            <p:cNvPr id="10974" name="Google Shape;10974;p9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9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9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90"/>
          <p:cNvGrpSpPr/>
          <p:nvPr/>
        </p:nvGrpSpPr>
        <p:grpSpPr>
          <a:xfrm>
            <a:off x="8047661" y="1325637"/>
            <a:ext cx="278404" cy="355260"/>
            <a:chOff x="8047661" y="1501037"/>
            <a:chExt cx="278404" cy="355260"/>
          </a:xfrm>
        </p:grpSpPr>
        <p:sp>
          <p:nvSpPr>
            <p:cNvPr id="10982" name="Google Shape;10982;p9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9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9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90"/>
          <p:cNvGrpSpPr/>
          <p:nvPr/>
        </p:nvGrpSpPr>
        <p:grpSpPr>
          <a:xfrm>
            <a:off x="4903389" y="1324814"/>
            <a:ext cx="267854" cy="355735"/>
            <a:chOff x="4903389" y="1500214"/>
            <a:chExt cx="267854" cy="355735"/>
          </a:xfrm>
        </p:grpSpPr>
        <p:sp>
          <p:nvSpPr>
            <p:cNvPr id="10987" name="Google Shape;10987;p9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9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9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9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90"/>
          <p:cNvGrpSpPr/>
          <p:nvPr/>
        </p:nvGrpSpPr>
        <p:grpSpPr>
          <a:xfrm>
            <a:off x="7613518" y="1325954"/>
            <a:ext cx="264433" cy="353074"/>
            <a:chOff x="7613518" y="1501354"/>
            <a:chExt cx="264433" cy="353074"/>
          </a:xfrm>
        </p:grpSpPr>
        <p:sp>
          <p:nvSpPr>
            <p:cNvPr id="10993" name="Google Shape;10993;p9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9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9" name="Google Shape;10999;p90"/>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000" name="Google Shape;11000;p90"/>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04" name="Shape 11004"/>
        <p:cNvGrpSpPr/>
        <p:nvPr/>
      </p:nvGrpSpPr>
      <p:grpSpPr>
        <a:xfrm>
          <a:off x="0" y="0"/>
          <a:ext cx="0" cy="0"/>
          <a:chOff x="0" y="0"/>
          <a:chExt cx="0" cy="0"/>
        </a:xfrm>
      </p:grpSpPr>
      <p:grpSp>
        <p:nvGrpSpPr>
          <p:cNvPr id="11005" name="Google Shape;11005;p91"/>
          <p:cNvGrpSpPr/>
          <p:nvPr/>
        </p:nvGrpSpPr>
        <p:grpSpPr>
          <a:xfrm>
            <a:off x="1757085" y="1325225"/>
            <a:ext cx="371069" cy="359396"/>
            <a:chOff x="1757085" y="1500675"/>
            <a:chExt cx="371069" cy="359396"/>
          </a:xfrm>
        </p:grpSpPr>
        <p:sp>
          <p:nvSpPr>
            <p:cNvPr id="11006" name="Google Shape;11006;p9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9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9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9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9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9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9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9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9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9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9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9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9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9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9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9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9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9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9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9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91"/>
          <p:cNvGrpSpPr/>
          <p:nvPr/>
        </p:nvGrpSpPr>
        <p:grpSpPr>
          <a:xfrm>
            <a:off x="2774209" y="1779241"/>
            <a:ext cx="116693" cy="374186"/>
            <a:chOff x="2774209" y="1954691"/>
            <a:chExt cx="116693" cy="374186"/>
          </a:xfrm>
        </p:grpSpPr>
        <p:sp>
          <p:nvSpPr>
            <p:cNvPr id="11036" name="Google Shape;11036;p9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9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91"/>
          <p:cNvGrpSpPr/>
          <p:nvPr/>
        </p:nvGrpSpPr>
        <p:grpSpPr>
          <a:xfrm>
            <a:off x="4017435" y="1324462"/>
            <a:ext cx="315092" cy="359397"/>
            <a:chOff x="4017435" y="1499912"/>
            <a:chExt cx="315092" cy="359397"/>
          </a:xfrm>
        </p:grpSpPr>
        <p:sp>
          <p:nvSpPr>
            <p:cNvPr id="11039" name="Google Shape;11039;p9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91"/>
          <p:cNvGrpSpPr/>
          <p:nvPr/>
        </p:nvGrpSpPr>
        <p:grpSpPr>
          <a:xfrm>
            <a:off x="3963652" y="1824309"/>
            <a:ext cx="374154" cy="284050"/>
            <a:chOff x="3963652" y="1999759"/>
            <a:chExt cx="374154" cy="284050"/>
          </a:xfrm>
        </p:grpSpPr>
        <p:sp>
          <p:nvSpPr>
            <p:cNvPr id="11042" name="Google Shape;11042;p9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9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9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91"/>
          <p:cNvGrpSpPr/>
          <p:nvPr/>
        </p:nvGrpSpPr>
        <p:grpSpPr>
          <a:xfrm>
            <a:off x="1777536" y="1839416"/>
            <a:ext cx="376444" cy="253772"/>
            <a:chOff x="1777536" y="2014866"/>
            <a:chExt cx="376444" cy="253772"/>
          </a:xfrm>
        </p:grpSpPr>
        <p:sp>
          <p:nvSpPr>
            <p:cNvPr id="11046" name="Google Shape;11046;p9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9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9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9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91"/>
          <p:cNvGrpSpPr/>
          <p:nvPr/>
        </p:nvGrpSpPr>
        <p:grpSpPr>
          <a:xfrm>
            <a:off x="1309875" y="1881876"/>
            <a:ext cx="374154" cy="169680"/>
            <a:chOff x="1309875" y="2057326"/>
            <a:chExt cx="374154" cy="169680"/>
          </a:xfrm>
        </p:grpSpPr>
        <p:sp>
          <p:nvSpPr>
            <p:cNvPr id="11052" name="Google Shape;11052;p9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9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9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9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9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9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9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9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3" name="Google Shape;11063;p91"/>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4" name="Google Shape;11064;p91"/>
          <p:cNvGrpSpPr/>
          <p:nvPr/>
        </p:nvGrpSpPr>
        <p:grpSpPr>
          <a:xfrm>
            <a:off x="2347450" y="1779114"/>
            <a:ext cx="113639" cy="373168"/>
            <a:chOff x="2347450" y="1954564"/>
            <a:chExt cx="113639" cy="373168"/>
          </a:xfrm>
        </p:grpSpPr>
        <p:sp>
          <p:nvSpPr>
            <p:cNvPr id="11065" name="Google Shape;11065;p9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7" name="Google Shape;11067;p91"/>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8" name="Google Shape;11068;p91"/>
          <p:cNvGrpSpPr/>
          <p:nvPr/>
        </p:nvGrpSpPr>
        <p:grpSpPr>
          <a:xfrm>
            <a:off x="3110102" y="1324430"/>
            <a:ext cx="330613" cy="358379"/>
            <a:chOff x="3110102" y="1499880"/>
            <a:chExt cx="330613" cy="358379"/>
          </a:xfrm>
        </p:grpSpPr>
        <p:sp>
          <p:nvSpPr>
            <p:cNvPr id="11069" name="Google Shape;11069;p9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9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9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9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9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6" name="Google Shape;11076;p91"/>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7" name="Google Shape;11077;p91"/>
          <p:cNvGrpSpPr/>
          <p:nvPr/>
        </p:nvGrpSpPr>
        <p:grpSpPr>
          <a:xfrm>
            <a:off x="3485575" y="1824309"/>
            <a:ext cx="373772" cy="284050"/>
            <a:chOff x="3531200" y="1999759"/>
            <a:chExt cx="373772" cy="284050"/>
          </a:xfrm>
        </p:grpSpPr>
        <p:sp>
          <p:nvSpPr>
            <p:cNvPr id="11078" name="Google Shape;11078;p9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9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91"/>
          <p:cNvGrpSpPr/>
          <p:nvPr/>
        </p:nvGrpSpPr>
        <p:grpSpPr>
          <a:xfrm>
            <a:off x="2667058" y="1324843"/>
            <a:ext cx="330231" cy="359015"/>
            <a:chOff x="2667058" y="1500293"/>
            <a:chExt cx="330231" cy="359015"/>
          </a:xfrm>
        </p:grpSpPr>
        <p:sp>
          <p:nvSpPr>
            <p:cNvPr id="11083" name="Google Shape;11083;p9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9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9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9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9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9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9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91"/>
          <p:cNvGrpSpPr/>
          <p:nvPr/>
        </p:nvGrpSpPr>
        <p:grpSpPr>
          <a:xfrm>
            <a:off x="3567553" y="1324462"/>
            <a:ext cx="320022" cy="359778"/>
            <a:chOff x="3567553" y="1499912"/>
            <a:chExt cx="320022" cy="359778"/>
          </a:xfrm>
        </p:grpSpPr>
        <p:sp>
          <p:nvSpPr>
            <p:cNvPr id="11102" name="Google Shape;11102;p9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9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91"/>
          <p:cNvGrpSpPr/>
          <p:nvPr/>
        </p:nvGrpSpPr>
        <p:grpSpPr>
          <a:xfrm>
            <a:off x="1309875" y="1324462"/>
            <a:ext cx="359015" cy="358633"/>
            <a:chOff x="1309875" y="1499912"/>
            <a:chExt cx="359015" cy="358633"/>
          </a:xfrm>
        </p:grpSpPr>
        <p:sp>
          <p:nvSpPr>
            <p:cNvPr id="11109" name="Google Shape;11109;p9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9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91"/>
          <p:cNvGrpSpPr/>
          <p:nvPr/>
        </p:nvGrpSpPr>
        <p:grpSpPr>
          <a:xfrm>
            <a:off x="2219466" y="1324843"/>
            <a:ext cx="330613" cy="359015"/>
            <a:chOff x="2219466" y="1500293"/>
            <a:chExt cx="330613" cy="359015"/>
          </a:xfrm>
        </p:grpSpPr>
        <p:sp>
          <p:nvSpPr>
            <p:cNvPr id="11119" name="Google Shape;11119;p9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91"/>
          <p:cNvGrpSpPr/>
          <p:nvPr/>
        </p:nvGrpSpPr>
        <p:grpSpPr>
          <a:xfrm>
            <a:off x="5343544" y="1333908"/>
            <a:ext cx="244676" cy="351095"/>
            <a:chOff x="5343544" y="1509358"/>
            <a:chExt cx="244676" cy="351095"/>
          </a:xfrm>
        </p:grpSpPr>
        <p:sp>
          <p:nvSpPr>
            <p:cNvPr id="11122" name="Google Shape;11122;p9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9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91"/>
          <p:cNvGrpSpPr/>
          <p:nvPr/>
        </p:nvGrpSpPr>
        <p:grpSpPr>
          <a:xfrm>
            <a:off x="4882340" y="1333908"/>
            <a:ext cx="246171" cy="351095"/>
            <a:chOff x="4882340" y="1509358"/>
            <a:chExt cx="246171" cy="351095"/>
          </a:xfrm>
        </p:grpSpPr>
        <p:sp>
          <p:nvSpPr>
            <p:cNvPr id="11126" name="Google Shape;11126;p9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9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9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9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91"/>
          <p:cNvGrpSpPr/>
          <p:nvPr/>
        </p:nvGrpSpPr>
        <p:grpSpPr>
          <a:xfrm>
            <a:off x="6273204" y="1333558"/>
            <a:ext cx="236343" cy="351445"/>
            <a:chOff x="6273204" y="1509008"/>
            <a:chExt cx="236343" cy="351445"/>
          </a:xfrm>
        </p:grpSpPr>
        <p:sp>
          <p:nvSpPr>
            <p:cNvPr id="11132" name="Google Shape;11132;p9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4" name="Google Shape;11134;p91"/>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5" name="Google Shape;11135;p91"/>
          <p:cNvGrpSpPr/>
          <p:nvPr/>
        </p:nvGrpSpPr>
        <p:grpSpPr>
          <a:xfrm>
            <a:off x="7219530" y="1332794"/>
            <a:ext cx="191625" cy="352209"/>
            <a:chOff x="7219530" y="1508244"/>
            <a:chExt cx="191625" cy="352209"/>
          </a:xfrm>
        </p:grpSpPr>
        <p:sp>
          <p:nvSpPr>
            <p:cNvPr id="11136" name="Google Shape;11136;p9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91"/>
          <p:cNvGrpSpPr/>
          <p:nvPr/>
        </p:nvGrpSpPr>
        <p:grpSpPr>
          <a:xfrm>
            <a:off x="7699309" y="1333176"/>
            <a:ext cx="154922" cy="351827"/>
            <a:chOff x="7699309" y="1508626"/>
            <a:chExt cx="154922" cy="351827"/>
          </a:xfrm>
        </p:grpSpPr>
        <p:sp>
          <p:nvSpPr>
            <p:cNvPr id="11139" name="Google Shape;11139;p9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9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9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9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91"/>
          <p:cNvGrpSpPr/>
          <p:nvPr/>
        </p:nvGrpSpPr>
        <p:grpSpPr>
          <a:xfrm>
            <a:off x="8161690" y="1333558"/>
            <a:ext cx="153396" cy="351064"/>
            <a:chOff x="8161690" y="1509008"/>
            <a:chExt cx="153396" cy="351064"/>
          </a:xfrm>
        </p:grpSpPr>
        <p:sp>
          <p:nvSpPr>
            <p:cNvPr id="11147" name="Google Shape;11147;p9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91"/>
          <p:cNvGrpSpPr/>
          <p:nvPr/>
        </p:nvGrpSpPr>
        <p:grpSpPr>
          <a:xfrm>
            <a:off x="6746940" y="1333431"/>
            <a:ext cx="213221" cy="352304"/>
            <a:chOff x="6746940" y="1508881"/>
            <a:chExt cx="213221" cy="352304"/>
          </a:xfrm>
        </p:grpSpPr>
        <p:sp>
          <p:nvSpPr>
            <p:cNvPr id="11152" name="Google Shape;11152;p9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9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91"/>
          <p:cNvGrpSpPr/>
          <p:nvPr/>
        </p:nvGrpSpPr>
        <p:grpSpPr>
          <a:xfrm>
            <a:off x="5770336" y="1832165"/>
            <a:ext cx="350682" cy="292097"/>
            <a:chOff x="5770336" y="2007615"/>
            <a:chExt cx="350682" cy="292097"/>
          </a:xfrm>
        </p:grpSpPr>
        <p:sp>
          <p:nvSpPr>
            <p:cNvPr id="11157" name="Google Shape;11157;p9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91"/>
          <p:cNvGrpSpPr/>
          <p:nvPr/>
        </p:nvGrpSpPr>
        <p:grpSpPr>
          <a:xfrm>
            <a:off x="5326878" y="1804908"/>
            <a:ext cx="350332" cy="346229"/>
            <a:chOff x="5326878" y="1980358"/>
            <a:chExt cx="350332" cy="346229"/>
          </a:xfrm>
        </p:grpSpPr>
        <p:sp>
          <p:nvSpPr>
            <p:cNvPr id="11162" name="Google Shape;11162;p9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6" name="Google Shape;11166;p91"/>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7" name="Google Shape;11167;p91"/>
          <p:cNvGrpSpPr/>
          <p:nvPr/>
        </p:nvGrpSpPr>
        <p:grpSpPr>
          <a:xfrm>
            <a:off x="4883835" y="1817121"/>
            <a:ext cx="350300" cy="323043"/>
            <a:chOff x="4883835" y="1992571"/>
            <a:chExt cx="350300" cy="323043"/>
          </a:xfrm>
        </p:grpSpPr>
        <p:sp>
          <p:nvSpPr>
            <p:cNvPr id="11168" name="Google Shape;11168;p9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91"/>
          <p:cNvGrpSpPr/>
          <p:nvPr/>
        </p:nvGrpSpPr>
        <p:grpSpPr>
          <a:xfrm>
            <a:off x="7548967" y="1803477"/>
            <a:ext cx="333285" cy="349950"/>
            <a:chOff x="7548967" y="1978927"/>
            <a:chExt cx="333285" cy="349950"/>
          </a:xfrm>
        </p:grpSpPr>
        <p:sp>
          <p:nvSpPr>
            <p:cNvPr id="11175" name="Google Shape;11175;p9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91"/>
          <p:cNvGrpSpPr/>
          <p:nvPr/>
        </p:nvGrpSpPr>
        <p:grpSpPr>
          <a:xfrm>
            <a:off x="6214142" y="1803477"/>
            <a:ext cx="346515" cy="350300"/>
            <a:chOff x="6214142" y="1978927"/>
            <a:chExt cx="346515" cy="350300"/>
          </a:xfrm>
        </p:grpSpPr>
        <p:sp>
          <p:nvSpPr>
            <p:cNvPr id="11183" name="Google Shape;11183;p9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91"/>
          <p:cNvGrpSpPr/>
          <p:nvPr/>
        </p:nvGrpSpPr>
        <p:grpSpPr>
          <a:xfrm>
            <a:off x="7105923" y="1803095"/>
            <a:ext cx="333285" cy="350682"/>
            <a:chOff x="7105923" y="1978545"/>
            <a:chExt cx="333285" cy="350682"/>
          </a:xfrm>
        </p:grpSpPr>
        <p:sp>
          <p:nvSpPr>
            <p:cNvPr id="11186" name="Google Shape;11186;p9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3" name="Google Shape;11193;p91"/>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91"/>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5" name="Google Shape;11195;p91"/>
          <p:cNvGrpSpPr/>
          <p:nvPr/>
        </p:nvGrpSpPr>
        <p:grpSpPr>
          <a:xfrm>
            <a:off x="3616406" y="2246902"/>
            <a:ext cx="203393" cy="351827"/>
            <a:chOff x="3616406" y="2422352"/>
            <a:chExt cx="203393" cy="351827"/>
          </a:xfrm>
        </p:grpSpPr>
        <p:sp>
          <p:nvSpPr>
            <p:cNvPr id="11196" name="Google Shape;11196;p9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91"/>
          <p:cNvGrpSpPr/>
          <p:nvPr/>
        </p:nvGrpSpPr>
        <p:grpSpPr>
          <a:xfrm>
            <a:off x="878187" y="2246520"/>
            <a:ext cx="272696" cy="351827"/>
            <a:chOff x="913012" y="2421970"/>
            <a:chExt cx="272696" cy="351827"/>
          </a:xfrm>
        </p:grpSpPr>
        <p:sp>
          <p:nvSpPr>
            <p:cNvPr id="11199" name="Google Shape;11199;p9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9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91"/>
          <p:cNvGrpSpPr/>
          <p:nvPr/>
        </p:nvGrpSpPr>
        <p:grpSpPr>
          <a:xfrm>
            <a:off x="2274743" y="2246902"/>
            <a:ext cx="255649" cy="351445"/>
            <a:chOff x="2274743" y="2422352"/>
            <a:chExt cx="255649" cy="351445"/>
          </a:xfrm>
        </p:grpSpPr>
        <p:sp>
          <p:nvSpPr>
            <p:cNvPr id="11204" name="Google Shape;11204;p9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9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91"/>
          <p:cNvGrpSpPr/>
          <p:nvPr/>
        </p:nvGrpSpPr>
        <p:grpSpPr>
          <a:xfrm>
            <a:off x="2708723" y="2245789"/>
            <a:ext cx="246552" cy="352558"/>
            <a:chOff x="2708723" y="2421239"/>
            <a:chExt cx="246552" cy="352558"/>
          </a:xfrm>
        </p:grpSpPr>
        <p:sp>
          <p:nvSpPr>
            <p:cNvPr id="11208" name="Google Shape;11208;p9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91"/>
          <p:cNvGrpSpPr/>
          <p:nvPr/>
        </p:nvGrpSpPr>
        <p:grpSpPr>
          <a:xfrm>
            <a:off x="1835485" y="2246902"/>
            <a:ext cx="259433" cy="350714"/>
            <a:chOff x="1835485" y="2422352"/>
            <a:chExt cx="259433" cy="350714"/>
          </a:xfrm>
        </p:grpSpPr>
        <p:sp>
          <p:nvSpPr>
            <p:cNvPr id="11211" name="Google Shape;11211;p9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91"/>
          <p:cNvGrpSpPr/>
          <p:nvPr/>
        </p:nvGrpSpPr>
        <p:grpSpPr>
          <a:xfrm>
            <a:off x="3150240" y="2246902"/>
            <a:ext cx="212489" cy="351445"/>
            <a:chOff x="3150240" y="2422352"/>
            <a:chExt cx="212489" cy="351445"/>
          </a:xfrm>
        </p:grpSpPr>
        <p:sp>
          <p:nvSpPr>
            <p:cNvPr id="11219" name="Google Shape;11219;p9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91"/>
          <p:cNvGrpSpPr/>
          <p:nvPr/>
        </p:nvGrpSpPr>
        <p:grpSpPr>
          <a:xfrm>
            <a:off x="1367060" y="2246679"/>
            <a:ext cx="269261" cy="352050"/>
            <a:chOff x="1367060" y="2422129"/>
            <a:chExt cx="269261" cy="352050"/>
          </a:xfrm>
        </p:grpSpPr>
        <p:sp>
          <p:nvSpPr>
            <p:cNvPr id="11222" name="Google Shape;11222;p9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9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9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6" name="Google Shape;11236;p91"/>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7" name="Google Shape;11237;p91"/>
          <p:cNvGrpSpPr/>
          <p:nvPr/>
        </p:nvGrpSpPr>
        <p:grpSpPr>
          <a:xfrm>
            <a:off x="4882690" y="2249955"/>
            <a:ext cx="274573" cy="350682"/>
            <a:chOff x="4882690" y="2425405"/>
            <a:chExt cx="274573" cy="350682"/>
          </a:xfrm>
        </p:grpSpPr>
        <p:sp>
          <p:nvSpPr>
            <p:cNvPr id="11238" name="Google Shape;11238;p9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91"/>
          <p:cNvGrpSpPr/>
          <p:nvPr/>
        </p:nvGrpSpPr>
        <p:grpSpPr>
          <a:xfrm>
            <a:off x="6627639" y="2268434"/>
            <a:ext cx="355993" cy="313247"/>
            <a:chOff x="6627639" y="2443884"/>
            <a:chExt cx="355993" cy="313247"/>
          </a:xfrm>
        </p:grpSpPr>
        <p:sp>
          <p:nvSpPr>
            <p:cNvPr id="11241" name="Google Shape;11241;p9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91"/>
          <p:cNvGrpSpPr/>
          <p:nvPr/>
        </p:nvGrpSpPr>
        <p:grpSpPr>
          <a:xfrm>
            <a:off x="6183451" y="2286690"/>
            <a:ext cx="351445" cy="277976"/>
            <a:chOff x="6183451" y="2462140"/>
            <a:chExt cx="351445" cy="277976"/>
          </a:xfrm>
        </p:grpSpPr>
        <p:sp>
          <p:nvSpPr>
            <p:cNvPr id="11245" name="Google Shape;11245;p9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91"/>
          <p:cNvGrpSpPr/>
          <p:nvPr/>
        </p:nvGrpSpPr>
        <p:grpSpPr>
          <a:xfrm>
            <a:off x="5735477" y="2254408"/>
            <a:ext cx="353354" cy="341299"/>
            <a:chOff x="5735477" y="2429858"/>
            <a:chExt cx="353354" cy="341299"/>
          </a:xfrm>
        </p:grpSpPr>
        <p:sp>
          <p:nvSpPr>
            <p:cNvPr id="11253" name="Google Shape;11253;p9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91"/>
          <p:cNvGrpSpPr/>
          <p:nvPr/>
        </p:nvGrpSpPr>
        <p:grpSpPr>
          <a:xfrm>
            <a:off x="5243735" y="2271523"/>
            <a:ext cx="405255" cy="275499"/>
            <a:chOff x="5283337" y="2478774"/>
            <a:chExt cx="358633" cy="243913"/>
          </a:xfrm>
        </p:grpSpPr>
        <p:sp>
          <p:nvSpPr>
            <p:cNvPr id="11260" name="Google Shape;11260;p9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91"/>
          <p:cNvGrpSpPr/>
          <p:nvPr/>
        </p:nvGrpSpPr>
        <p:grpSpPr>
          <a:xfrm>
            <a:off x="7964753" y="2295373"/>
            <a:ext cx="362068" cy="258670"/>
            <a:chOff x="7964753" y="2470823"/>
            <a:chExt cx="362068" cy="258670"/>
          </a:xfrm>
        </p:grpSpPr>
        <p:sp>
          <p:nvSpPr>
            <p:cNvPr id="11278" name="Google Shape;11278;p9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9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91"/>
          <p:cNvGrpSpPr/>
          <p:nvPr/>
        </p:nvGrpSpPr>
        <p:grpSpPr>
          <a:xfrm>
            <a:off x="7524349" y="2280997"/>
            <a:ext cx="350332" cy="288948"/>
            <a:chOff x="7524349" y="2456447"/>
            <a:chExt cx="350332" cy="288948"/>
          </a:xfrm>
        </p:grpSpPr>
        <p:sp>
          <p:nvSpPr>
            <p:cNvPr id="11288" name="Google Shape;11288;p9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91"/>
          <p:cNvGrpSpPr/>
          <p:nvPr/>
        </p:nvGrpSpPr>
        <p:grpSpPr>
          <a:xfrm>
            <a:off x="3972749" y="2719143"/>
            <a:ext cx="355230" cy="356725"/>
            <a:chOff x="3972749" y="2894211"/>
            <a:chExt cx="355230" cy="356725"/>
          </a:xfrm>
        </p:grpSpPr>
        <p:sp>
          <p:nvSpPr>
            <p:cNvPr id="11294" name="Google Shape;11294;p9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91"/>
          <p:cNvGrpSpPr/>
          <p:nvPr/>
        </p:nvGrpSpPr>
        <p:grpSpPr>
          <a:xfrm>
            <a:off x="3527797" y="2743553"/>
            <a:ext cx="355993" cy="307904"/>
            <a:chOff x="3527797" y="2918796"/>
            <a:chExt cx="355993" cy="307904"/>
          </a:xfrm>
        </p:grpSpPr>
        <p:sp>
          <p:nvSpPr>
            <p:cNvPr id="11300" name="Google Shape;11300;p9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91"/>
          <p:cNvGrpSpPr/>
          <p:nvPr/>
        </p:nvGrpSpPr>
        <p:grpSpPr>
          <a:xfrm>
            <a:off x="3082845" y="2746336"/>
            <a:ext cx="356375" cy="302338"/>
            <a:chOff x="3082845" y="2920959"/>
            <a:chExt cx="356375" cy="302338"/>
          </a:xfrm>
        </p:grpSpPr>
        <p:sp>
          <p:nvSpPr>
            <p:cNvPr id="11311" name="Google Shape;11311;p9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91"/>
          <p:cNvGrpSpPr/>
          <p:nvPr/>
        </p:nvGrpSpPr>
        <p:grpSpPr>
          <a:xfrm>
            <a:off x="2639038" y="2719699"/>
            <a:ext cx="355612" cy="355612"/>
            <a:chOff x="2639038" y="2894942"/>
            <a:chExt cx="355612" cy="355612"/>
          </a:xfrm>
        </p:grpSpPr>
        <p:sp>
          <p:nvSpPr>
            <p:cNvPr id="11314" name="Google Shape;11314;p9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91"/>
          <p:cNvGrpSpPr/>
          <p:nvPr/>
        </p:nvGrpSpPr>
        <p:grpSpPr>
          <a:xfrm>
            <a:off x="2194468" y="2763622"/>
            <a:ext cx="355993" cy="267766"/>
            <a:chOff x="2194468" y="2938865"/>
            <a:chExt cx="355993" cy="267766"/>
          </a:xfrm>
        </p:grpSpPr>
        <p:sp>
          <p:nvSpPr>
            <p:cNvPr id="11317" name="Google Shape;11317;p9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9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91"/>
          <p:cNvGrpSpPr/>
          <p:nvPr/>
        </p:nvGrpSpPr>
        <p:grpSpPr>
          <a:xfrm>
            <a:off x="1749897" y="2719699"/>
            <a:ext cx="355993" cy="355612"/>
            <a:chOff x="1749897" y="2894561"/>
            <a:chExt cx="355993" cy="355612"/>
          </a:xfrm>
        </p:grpSpPr>
        <p:sp>
          <p:nvSpPr>
            <p:cNvPr id="11338" name="Google Shape;11338;p9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91"/>
          <p:cNvGrpSpPr/>
          <p:nvPr/>
        </p:nvGrpSpPr>
        <p:grpSpPr>
          <a:xfrm>
            <a:off x="1305327" y="2718761"/>
            <a:ext cx="357520" cy="357488"/>
            <a:chOff x="1305327" y="2894211"/>
            <a:chExt cx="357520" cy="357488"/>
          </a:xfrm>
        </p:grpSpPr>
        <p:sp>
          <p:nvSpPr>
            <p:cNvPr id="11350" name="Google Shape;11350;p9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91"/>
          <p:cNvGrpSpPr/>
          <p:nvPr/>
        </p:nvGrpSpPr>
        <p:grpSpPr>
          <a:xfrm>
            <a:off x="853950" y="2720860"/>
            <a:ext cx="364104" cy="353290"/>
            <a:chOff x="853950" y="2894720"/>
            <a:chExt cx="364104" cy="353290"/>
          </a:xfrm>
        </p:grpSpPr>
        <p:sp>
          <p:nvSpPr>
            <p:cNvPr id="11356" name="Google Shape;11356;p9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91"/>
          <p:cNvGrpSpPr/>
          <p:nvPr/>
        </p:nvGrpSpPr>
        <p:grpSpPr>
          <a:xfrm>
            <a:off x="7066548" y="2737144"/>
            <a:ext cx="352209" cy="334938"/>
            <a:chOff x="7066548" y="2912594"/>
            <a:chExt cx="352209" cy="334938"/>
          </a:xfrm>
        </p:grpSpPr>
        <p:sp>
          <p:nvSpPr>
            <p:cNvPr id="11364" name="Google Shape;11364;p9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0" name="Google Shape;11370;p91"/>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1"/>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2" name="Google Shape;11372;p91"/>
          <p:cNvGrpSpPr/>
          <p:nvPr/>
        </p:nvGrpSpPr>
        <p:grpSpPr>
          <a:xfrm>
            <a:off x="7541397" y="2729352"/>
            <a:ext cx="318495" cy="352209"/>
            <a:chOff x="7541397" y="2904802"/>
            <a:chExt cx="318495" cy="352209"/>
          </a:xfrm>
        </p:grpSpPr>
        <p:sp>
          <p:nvSpPr>
            <p:cNvPr id="11373" name="Google Shape;11373;p9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91"/>
          <p:cNvGrpSpPr/>
          <p:nvPr/>
        </p:nvGrpSpPr>
        <p:grpSpPr>
          <a:xfrm>
            <a:off x="8003015" y="2728589"/>
            <a:ext cx="306759" cy="351445"/>
            <a:chOff x="8003015" y="2904039"/>
            <a:chExt cx="306759" cy="351445"/>
          </a:xfrm>
        </p:grpSpPr>
        <p:sp>
          <p:nvSpPr>
            <p:cNvPr id="11376" name="Google Shape;11376;p9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91"/>
          <p:cNvGrpSpPr/>
          <p:nvPr/>
        </p:nvGrpSpPr>
        <p:grpSpPr>
          <a:xfrm>
            <a:off x="5687770" y="2710046"/>
            <a:ext cx="369638" cy="369606"/>
            <a:chOff x="5687770" y="2885496"/>
            <a:chExt cx="369638" cy="369606"/>
          </a:xfrm>
        </p:grpSpPr>
        <p:sp>
          <p:nvSpPr>
            <p:cNvPr id="11383" name="Google Shape;11383;p9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91"/>
          <p:cNvGrpSpPr/>
          <p:nvPr/>
        </p:nvGrpSpPr>
        <p:grpSpPr>
          <a:xfrm>
            <a:off x="4881958" y="2729352"/>
            <a:ext cx="156417" cy="349537"/>
            <a:chOff x="4881958" y="2904802"/>
            <a:chExt cx="156417" cy="349537"/>
          </a:xfrm>
        </p:grpSpPr>
        <p:sp>
          <p:nvSpPr>
            <p:cNvPr id="11394" name="Google Shape;11394;p9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91"/>
          <p:cNvGrpSpPr/>
          <p:nvPr/>
        </p:nvGrpSpPr>
        <p:grpSpPr>
          <a:xfrm>
            <a:off x="5230318" y="2711064"/>
            <a:ext cx="371133" cy="367443"/>
            <a:chOff x="5230318" y="2886514"/>
            <a:chExt cx="371133" cy="367443"/>
          </a:xfrm>
        </p:grpSpPr>
        <p:sp>
          <p:nvSpPr>
            <p:cNvPr id="11402" name="Google Shape;11402;p9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9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91"/>
          <p:cNvGrpSpPr/>
          <p:nvPr/>
        </p:nvGrpSpPr>
        <p:grpSpPr>
          <a:xfrm>
            <a:off x="5748358" y="3259128"/>
            <a:ext cx="352590" cy="182561"/>
            <a:chOff x="5748358" y="3434578"/>
            <a:chExt cx="352590" cy="182561"/>
          </a:xfrm>
        </p:grpSpPr>
        <p:sp>
          <p:nvSpPr>
            <p:cNvPr id="11412" name="Google Shape;11412;p9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91"/>
          <p:cNvGrpSpPr/>
          <p:nvPr/>
        </p:nvGrpSpPr>
        <p:grpSpPr>
          <a:xfrm>
            <a:off x="862283" y="4099321"/>
            <a:ext cx="341204" cy="359301"/>
            <a:chOff x="862283" y="4274771"/>
            <a:chExt cx="341204" cy="359301"/>
          </a:xfrm>
        </p:grpSpPr>
        <p:sp>
          <p:nvSpPr>
            <p:cNvPr id="11419" name="Google Shape;11419;p9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91"/>
          <p:cNvGrpSpPr/>
          <p:nvPr/>
        </p:nvGrpSpPr>
        <p:grpSpPr>
          <a:xfrm>
            <a:off x="1396957" y="4111915"/>
            <a:ext cx="301861" cy="332871"/>
            <a:chOff x="1396957" y="4287365"/>
            <a:chExt cx="301861" cy="332871"/>
          </a:xfrm>
        </p:grpSpPr>
        <p:sp>
          <p:nvSpPr>
            <p:cNvPr id="11423" name="Google Shape;11423;p9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9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91"/>
          <p:cNvGrpSpPr/>
          <p:nvPr/>
        </p:nvGrpSpPr>
        <p:grpSpPr>
          <a:xfrm>
            <a:off x="1865381" y="4102056"/>
            <a:ext cx="396131" cy="355612"/>
            <a:chOff x="1865381" y="4277506"/>
            <a:chExt cx="396131" cy="355612"/>
          </a:xfrm>
        </p:grpSpPr>
        <p:sp>
          <p:nvSpPr>
            <p:cNvPr id="11439" name="Google Shape;11439;p9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91"/>
          <p:cNvGrpSpPr/>
          <p:nvPr/>
        </p:nvGrpSpPr>
        <p:grpSpPr>
          <a:xfrm>
            <a:off x="2411823" y="4128549"/>
            <a:ext cx="334398" cy="299953"/>
            <a:chOff x="2411823" y="4303999"/>
            <a:chExt cx="334398" cy="299953"/>
          </a:xfrm>
        </p:grpSpPr>
        <p:sp>
          <p:nvSpPr>
            <p:cNvPr id="11446" name="Google Shape;11446;p9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9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91"/>
          <p:cNvGrpSpPr/>
          <p:nvPr/>
        </p:nvGrpSpPr>
        <p:grpSpPr>
          <a:xfrm>
            <a:off x="2903337" y="4103582"/>
            <a:ext cx="382519" cy="350682"/>
            <a:chOff x="2903337" y="4279032"/>
            <a:chExt cx="382519" cy="350682"/>
          </a:xfrm>
        </p:grpSpPr>
        <p:sp>
          <p:nvSpPr>
            <p:cNvPr id="11454" name="Google Shape;11454;p9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9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91"/>
          <p:cNvGrpSpPr/>
          <p:nvPr/>
        </p:nvGrpSpPr>
        <p:grpSpPr>
          <a:xfrm>
            <a:off x="3933342" y="4140317"/>
            <a:ext cx="383632" cy="276449"/>
            <a:chOff x="3933342" y="4315767"/>
            <a:chExt cx="383632" cy="276449"/>
          </a:xfrm>
        </p:grpSpPr>
        <p:sp>
          <p:nvSpPr>
            <p:cNvPr id="11470" name="Google Shape;11470;p9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91"/>
          <p:cNvGrpSpPr/>
          <p:nvPr/>
        </p:nvGrpSpPr>
        <p:grpSpPr>
          <a:xfrm>
            <a:off x="3441065" y="4127055"/>
            <a:ext cx="337069" cy="302593"/>
            <a:chOff x="3441065" y="4302505"/>
            <a:chExt cx="337069" cy="302593"/>
          </a:xfrm>
        </p:grpSpPr>
        <p:sp>
          <p:nvSpPr>
            <p:cNvPr id="11477" name="Google Shape;11477;p9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9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9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91"/>
          <p:cNvGrpSpPr/>
          <p:nvPr/>
        </p:nvGrpSpPr>
        <p:grpSpPr>
          <a:xfrm>
            <a:off x="3532345" y="3187185"/>
            <a:ext cx="339328" cy="336274"/>
            <a:chOff x="3532345" y="3362635"/>
            <a:chExt cx="339328" cy="336274"/>
          </a:xfrm>
        </p:grpSpPr>
        <p:sp>
          <p:nvSpPr>
            <p:cNvPr id="11491" name="Google Shape;11491;p9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6" name="Google Shape;11496;p91"/>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7" name="Google Shape;11497;p91"/>
          <p:cNvGrpSpPr/>
          <p:nvPr/>
        </p:nvGrpSpPr>
        <p:grpSpPr>
          <a:xfrm>
            <a:off x="1883955" y="3633250"/>
            <a:ext cx="162873" cy="351445"/>
            <a:chOff x="1883955" y="3808700"/>
            <a:chExt cx="162873" cy="351445"/>
          </a:xfrm>
        </p:grpSpPr>
        <p:sp>
          <p:nvSpPr>
            <p:cNvPr id="11498" name="Google Shape;11498;p9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91"/>
          <p:cNvGrpSpPr/>
          <p:nvPr/>
        </p:nvGrpSpPr>
        <p:grpSpPr>
          <a:xfrm>
            <a:off x="939156" y="3633759"/>
            <a:ext cx="192007" cy="351318"/>
            <a:chOff x="939156" y="3809209"/>
            <a:chExt cx="192007" cy="351318"/>
          </a:xfrm>
        </p:grpSpPr>
        <p:sp>
          <p:nvSpPr>
            <p:cNvPr id="11501" name="Google Shape;11501;p9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91"/>
          <p:cNvGrpSpPr/>
          <p:nvPr/>
        </p:nvGrpSpPr>
        <p:grpSpPr>
          <a:xfrm>
            <a:off x="2306167" y="3634395"/>
            <a:ext cx="193915" cy="349155"/>
            <a:chOff x="2306167" y="3809845"/>
            <a:chExt cx="193915" cy="349155"/>
          </a:xfrm>
        </p:grpSpPr>
        <p:sp>
          <p:nvSpPr>
            <p:cNvPr id="11504" name="Google Shape;11504;p9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91"/>
          <p:cNvGrpSpPr/>
          <p:nvPr/>
        </p:nvGrpSpPr>
        <p:grpSpPr>
          <a:xfrm>
            <a:off x="1323901" y="3631723"/>
            <a:ext cx="356343" cy="356757"/>
            <a:chOff x="1323901" y="3807173"/>
            <a:chExt cx="356343" cy="356757"/>
          </a:xfrm>
        </p:grpSpPr>
        <p:sp>
          <p:nvSpPr>
            <p:cNvPr id="11512" name="Google Shape;11512;p9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6" name="Google Shape;11536;p91"/>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7" name="Google Shape;11537;p91"/>
          <p:cNvGrpSpPr/>
          <p:nvPr/>
        </p:nvGrpSpPr>
        <p:grpSpPr>
          <a:xfrm>
            <a:off x="859262" y="3178470"/>
            <a:ext cx="306759" cy="351445"/>
            <a:chOff x="859262" y="3353920"/>
            <a:chExt cx="306759" cy="351445"/>
          </a:xfrm>
        </p:grpSpPr>
        <p:sp>
          <p:nvSpPr>
            <p:cNvPr id="11538" name="Google Shape;11538;p9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3" name="Google Shape;11543;p91"/>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4" name="Google Shape;11544;p91"/>
          <p:cNvGrpSpPr/>
          <p:nvPr/>
        </p:nvGrpSpPr>
        <p:grpSpPr>
          <a:xfrm>
            <a:off x="3967437" y="3661652"/>
            <a:ext cx="364708" cy="295405"/>
            <a:chOff x="3967437" y="3837102"/>
            <a:chExt cx="364708" cy="295405"/>
          </a:xfrm>
        </p:grpSpPr>
        <p:sp>
          <p:nvSpPr>
            <p:cNvPr id="11545" name="Google Shape;11545;p9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0" name="Google Shape;11550;p91"/>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1"/>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1"/>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3" name="Google Shape;11553;p91"/>
          <p:cNvGrpSpPr/>
          <p:nvPr/>
        </p:nvGrpSpPr>
        <p:grpSpPr>
          <a:xfrm>
            <a:off x="5811827" y="3631001"/>
            <a:ext cx="283743" cy="308444"/>
            <a:chOff x="5964227" y="3858701"/>
            <a:chExt cx="283743" cy="308444"/>
          </a:xfrm>
        </p:grpSpPr>
        <p:sp>
          <p:nvSpPr>
            <p:cNvPr id="11554" name="Google Shape;11554;p9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91"/>
          <p:cNvGrpSpPr/>
          <p:nvPr/>
        </p:nvGrpSpPr>
        <p:grpSpPr>
          <a:xfrm>
            <a:off x="6243508" y="3697623"/>
            <a:ext cx="320372" cy="213602"/>
            <a:chOff x="6395908" y="3873073"/>
            <a:chExt cx="320372" cy="213602"/>
          </a:xfrm>
        </p:grpSpPr>
        <p:sp>
          <p:nvSpPr>
            <p:cNvPr id="11559" name="Google Shape;11559;p9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9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9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9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91"/>
          <p:cNvGrpSpPr/>
          <p:nvPr/>
        </p:nvGrpSpPr>
        <p:grpSpPr>
          <a:xfrm>
            <a:off x="7262890" y="3627366"/>
            <a:ext cx="357138" cy="352018"/>
            <a:chOff x="7415290" y="3802816"/>
            <a:chExt cx="357138" cy="352018"/>
          </a:xfrm>
        </p:grpSpPr>
        <p:sp>
          <p:nvSpPr>
            <p:cNvPr id="11570" name="Google Shape;11570;p9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9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91"/>
          <p:cNvGrpSpPr/>
          <p:nvPr/>
        </p:nvGrpSpPr>
        <p:grpSpPr>
          <a:xfrm>
            <a:off x="6737312" y="3657963"/>
            <a:ext cx="355230" cy="293401"/>
            <a:chOff x="6889712" y="3833413"/>
            <a:chExt cx="355230" cy="293401"/>
          </a:xfrm>
        </p:grpSpPr>
        <p:sp>
          <p:nvSpPr>
            <p:cNvPr id="11579" name="Google Shape;11579;p9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9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91"/>
          <p:cNvGrpSpPr/>
          <p:nvPr/>
        </p:nvGrpSpPr>
        <p:grpSpPr>
          <a:xfrm>
            <a:off x="7707152" y="3660420"/>
            <a:ext cx="282318" cy="337168"/>
            <a:chOff x="1635875" y="237775"/>
            <a:chExt cx="4370250" cy="5219325"/>
          </a:xfrm>
        </p:grpSpPr>
        <p:sp>
          <p:nvSpPr>
            <p:cNvPr id="11585" name="Google Shape;11585;p9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91"/>
          <p:cNvGrpSpPr/>
          <p:nvPr/>
        </p:nvGrpSpPr>
        <p:grpSpPr>
          <a:xfrm>
            <a:off x="3103963" y="3185690"/>
            <a:ext cx="297886" cy="337578"/>
            <a:chOff x="3103963" y="3361140"/>
            <a:chExt cx="297886" cy="337578"/>
          </a:xfrm>
        </p:grpSpPr>
        <p:sp>
          <p:nvSpPr>
            <p:cNvPr id="11588" name="Google Shape;11588;p9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9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91"/>
          <p:cNvGrpSpPr/>
          <p:nvPr/>
        </p:nvGrpSpPr>
        <p:grpSpPr>
          <a:xfrm>
            <a:off x="2667821" y="3185658"/>
            <a:ext cx="273046" cy="337801"/>
            <a:chOff x="2667821" y="3361108"/>
            <a:chExt cx="273046" cy="337801"/>
          </a:xfrm>
        </p:grpSpPr>
        <p:sp>
          <p:nvSpPr>
            <p:cNvPr id="11613" name="Google Shape;11613;p9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91"/>
          <p:cNvGrpSpPr/>
          <p:nvPr/>
        </p:nvGrpSpPr>
        <p:grpSpPr>
          <a:xfrm>
            <a:off x="2212469" y="3184863"/>
            <a:ext cx="282715" cy="338660"/>
            <a:chOff x="2212469" y="3360313"/>
            <a:chExt cx="282715" cy="338660"/>
          </a:xfrm>
        </p:grpSpPr>
        <p:sp>
          <p:nvSpPr>
            <p:cNvPr id="11633" name="Google Shape;11633;p9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91"/>
          <p:cNvGrpSpPr/>
          <p:nvPr/>
        </p:nvGrpSpPr>
        <p:grpSpPr>
          <a:xfrm>
            <a:off x="1768821" y="3185658"/>
            <a:ext cx="278739" cy="339073"/>
            <a:chOff x="1768821" y="3361108"/>
            <a:chExt cx="278739" cy="339073"/>
          </a:xfrm>
        </p:grpSpPr>
        <p:sp>
          <p:nvSpPr>
            <p:cNvPr id="11637" name="Google Shape;11637;p9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91"/>
          <p:cNvGrpSpPr/>
          <p:nvPr/>
        </p:nvGrpSpPr>
        <p:grpSpPr>
          <a:xfrm>
            <a:off x="5337883" y="3161423"/>
            <a:ext cx="307141" cy="376826"/>
            <a:chOff x="5337883" y="3336873"/>
            <a:chExt cx="307141" cy="376826"/>
          </a:xfrm>
        </p:grpSpPr>
        <p:sp>
          <p:nvSpPr>
            <p:cNvPr id="11649" name="Google Shape;11649;p9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1" name="Google Shape;11651;p91"/>
          <p:cNvGrpSpPr/>
          <p:nvPr/>
        </p:nvGrpSpPr>
        <p:grpSpPr>
          <a:xfrm>
            <a:off x="4883835" y="3161805"/>
            <a:ext cx="323425" cy="377557"/>
            <a:chOff x="4883835" y="3337255"/>
            <a:chExt cx="323425" cy="377557"/>
          </a:xfrm>
        </p:grpSpPr>
        <p:sp>
          <p:nvSpPr>
            <p:cNvPr id="11652" name="Google Shape;11652;p9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91"/>
          <p:cNvGrpSpPr/>
          <p:nvPr/>
        </p:nvGrpSpPr>
        <p:grpSpPr>
          <a:xfrm>
            <a:off x="6193310" y="3231839"/>
            <a:ext cx="352590" cy="237488"/>
            <a:chOff x="6193310" y="3407289"/>
            <a:chExt cx="352590" cy="237488"/>
          </a:xfrm>
        </p:grpSpPr>
        <p:sp>
          <p:nvSpPr>
            <p:cNvPr id="11656" name="Google Shape;11656;p9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91"/>
          <p:cNvGrpSpPr/>
          <p:nvPr/>
        </p:nvGrpSpPr>
        <p:grpSpPr>
          <a:xfrm>
            <a:off x="6637117" y="3222393"/>
            <a:ext cx="353735" cy="254504"/>
            <a:chOff x="6637117" y="3397843"/>
            <a:chExt cx="353735" cy="254504"/>
          </a:xfrm>
        </p:grpSpPr>
        <p:sp>
          <p:nvSpPr>
            <p:cNvPr id="11662" name="Google Shape;11662;p9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91"/>
          <p:cNvGrpSpPr/>
          <p:nvPr/>
        </p:nvGrpSpPr>
        <p:grpSpPr>
          <a:xfrm>
            <a:off x="7075994" y="3174081"/>
            <a:ext cx="360637" cy="352336"/>
            <a:chOff x="7075994" y="3349531"/>
            <a:chExt cx="360637" cy="352336"/>
          </a:xfrm>
        </p:grpSpPr>
        <p:sp>
          <p:nvSpPr>
            <p:cNvPr id="11669" name="Google Shape;11669;p9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91"/>
          <p:cNvGrpSpPr/>
          <p:nvPr/>
        </p:nvGrpSpPr>
        <p:grpSpPr>
          <a:xfrm>
            <a:off x="7651983" y="3173731"/>
            <a:ext cx="107183" cy="352399"/>
            <a:chOff x="7651983" y="3349181"/>
            <a:chExt cx="107183" cy="352399"/>
          </a:xfrm>
        </p:grpSpPr>
        <p:sp>
          <p:nvSpPr>
            <p:cNvPr id="11677" name="Google Shape;11677;p9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91"/>
          <p:cNvGrpSpPr/>
          <p:nvPr/>
        </p:nvGrpSpPr>
        <p:grpSpPr>
          <a:xfrm>
            <a:off x="7973468" y="3206872"/>
            <a:ext cx="352590" cy="287072"/>
            <a:chOff x="7973468" y="3382322"/>
            <a:chExt cx="352590" cy="287072"/>
          </a:xfrm>
        </p:grpSpPr>
        <p:sp>
          <p:nvSpPr>
            <p:cNvPr id="11680" name="Google Shape;11680;p9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2" name="Google Shape;11692;p9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693" name="Google Shape;11693;p9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97" name="Shape 11697"/>
        <p:cNvGrpSpPr/>
        <p:nvPr/>
      </p:nvGrpSpPr>
      <p:grpSpPr>
        <a:xfrm>
          <a:off x="0" y="0"/>
          <a:ext cx="0" cy="0"/>
          <a:chOff x="0" y="0"/>
          <a:chExt cx="0" cy="0"/>
        </a:xfrm>
      </p:grpSpPr>
      <p:grpSp>
        <p:nvGrpSpPr>
          <p:cNvPr id="11698" name="Google Shape;11698;p92"/>
          <p:cNvGrpSpPr/>
          <p:nvPr/>
        </p:nvGrpSpPr>
        <p:grpSpPr>
          <a:xfrm>
            <a:off x="821808" y="1576858"/>
            <a:ext cx="347872" cy="347488"/>
            <a:chOff x="849677" y="1500658"/>
            <a:chExt cx="347872" cy="347488"/>
          </a:xfrm>
        </p:grpSpPr>
        <p:sp>
          <p:nvSpPr>
            <p:cNvPr id="11699" name="Google Shape;11699;p9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92"/>
          <p:cNvGrpSpPr/>
          <p:nvPr/>
        </p:nvGrpSpPr>
        <p:grpSpPr>
          <a:xfrm>
            <a:off x="1387984" y="1576858"/>
            <a:ext cx="315872" cy="347488"/>
            <a:chOff x="1415853" y="1500658"/>
            <a:chExt cx="315872" cy="347488"/>
          </a:xfrm>
        </p:grpSpPr>
        <p:sp>
          <p:nvSpPr>
            <p:cNvPr id="11706" name="Google Shape;11706;p9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92"/>
          <p:cNvGrpSpPr/>
          <p:nvPr/>
        </p:nvGrpSpPr>
        <p:grpSpPr>
          <a:xfrm>
            <a:off x="4669520" y="1576858"/>
            <a:ext cx="347520" cy="347104"/>
            <a:chOff x="4697389" y="1500658"/>
            <a:chExt cx="347520" cy="347104"/>
          </a:xfrm>
        </p:grpSpPr>
        <p:sp>
          <p:nvSpPr>
            <p:cNvPr id="11711" name="Google Shape;11711;p9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92"/>
          <p:cNvGrpSpPr/>
          <p:nvPr/>
        </p:nvGrpSpPr>
        <p:grpSpPr>
          <a:xfrm>
            <a:off x="3575664" y="2041146"/>
            <a:ext cx="347520" cy="353760"/>
            <a:chOff x="3603533" y="1964946"/>
            <a:chExt cx="347520" cy="353760"/>
          </a:xfrm>
        </p:grpSpPr>
        <p:sp>
          <p:nvSpPr>
            <p:cNvPr id="11715" name="Google Shape;11715;p9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92"/>
          <p:cNvGrpSpPr/>
          <p:nvPr/>
        </p:nvGrpSpPr>
        <p:grpSpPr>
          <a:xfrm>
            <a:off x="1922896" y="2040538"/>
            <a:ext cx="357792" cy="352448"/>
            <a:chOff x="1950765" y="1964338"/>
            <a:chExt cx="357792" cy="352448"/>
          </a:xfrm>
        </p:grpSpPr>
        <p:sp>
          <p:nvSpPr>
            <p:cNvPr id="11719" name="Google Shape;11719;p9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92"/>
          <p:cNvGrpSpPr/>
          <p:nvPr/>
        </p:nvGrpSpPr>
        <p:grpSpPr>
          <a:xfrm>
            <a:off x="7407760" y="2040890"/>
            <a:ext cx="367712" cy="353248"/>
            <a:chOff x="7435629" y="1964690"/>
            <a:chExt cx="367712" cy="353248"/>
          </a:xfrm>
        </p:grpSpPr>
        <p:sp>
          <p:nvSpPr>
            <p:cNvPr id="11724" name="Google Shape;11724;p9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9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9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92"/>
          <p:cNvGrpSpPr/>
          <p:nvPr/>
        </p:nvGrpSpPr>
        <p:grpSpPr>
          <a:xfrm>
            <a:off x="2484880" y="2041242"/>
            <a:ext cx="333024" cy="352896"/>
            <a:chOff x="2512749" y="1965042"/>
            <a:chExt cx="333024" cy="352896"/>
          </a:xfrm>
        </p:grpSpPr>
        <p:sp>
          <p:nvSpPr>
            <p:cNvPr id="11729" name="Google Shape;11729;p9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9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9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4" name="Google Shape;11734;p92"/>
          <p:cNvGrpSpPr/>
          <p:nvPr/>
        </p:nvGrpSpPr>
        <p:grpSpPr>
          <a:xfrm>
            <a:off x="1370448" y="2057978"/>
            <a:ext cx="365792" cy="335392"/>
            <a:chOff x="1398317" y="1981778"/>
            <a:chExt cx="365792" cy="335392"/>
          </a:xfrm>
        </p:grpSpPr>
        <p:sp>
          <p:nvSpPr>
            <p:cNvPr id="11735" name="Google Shape;11735;p9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92"/>
          <p:cNvGrpSpPr/>
          <p:nvPr/>
        </p:nvGrpSpPr>
        <p:grpSpPr>
          <a:xfrm>
            <a:off x="3024368" y="2079770"/>
            <a:ext cx="353600" cy="314752"/>
            <a:chOff x="3052237" y="2003570"/>
            <a:chExt cx="353600" cy="314752"/>
          </a:xfrm>
        </p:grpSpPr>
        <p:sp>
          <p:nvSpPr>
            <p:cNvPr id="11742" name="Google Shape;11742;p9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92"/>
          <p:cNvGrpSpPr/>
          <p:nvPr/>
        </p:nvGrpSpPr>
        <p:grpSpPr>
          <a:xfrm>
            <a:off x="1376144" y="3034266"/>
            <a:ext cx="368096" cy="223968"/>
            <a:chOff x="1404013" y="2958066"/>
            <a:chExt cx="368096" cy="223968"/>
          </a:xfrm>
        </p:grpSpPr>
        <p:sp>
          <p:nvSpPr>
            <p:cNvPr id="11746" name="Google Shape;11746;p9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8" name="Google Shape;11748;p92"/>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92"/>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0" name="Google Shape;11750;p92"/>
          <p:cNvGrpSpPr/>
          <p:nvPr/>
        </p:nvGrpSpPr>
        <p:grpSpPr>
          <a:xfrm>
            <a:off x="1923280" y="2961402"/>
            <a:ext cx="370368" cy="367328"/>
            <a:chOff x="1951149" y="2885202"/>
            <a:chExt cx="370368" cy="367328"/>
          </a:xfrm>
        </p:grpSpPr>
        <p:sp>
          <p:nvSpPr>
            <p:cNvPr id="11751" name="Google Shape;11751;p9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92"/>
          <p:cNvGrpSpPr/>
          <p:nvPr/>
        </p:nvGrpSpPr>
        <p:grpSpPr>
          <a:xfrm>
            <a:off x="2473808" y="2982362"/>
            <a:ext cx="367328" cy="327296"/>
            <a:chOff x="2501677" y="2906162"/>
            <a:chExt cx="367328" cy="327296"/>
          </a:xfrm>
        </p:grpSpPr>
        <p:sp>
          <p:nvSpPr>
            <p:cNvPr id="11755" name="Google Shape;11755;p9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8" name="Google Shape;11758;p92"/>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9" name="Google Shape;11759;p92"/>
          <p:cNvGrpSpPr/>
          <p:nvPr/>
        </p:nvGrpSpPr>
        <p:grpSpPr>
          <a:xfrm>
            <a:off x="3022448" y="2969914"/>
            <a:ext cx="367712" cy="354240"/>
            <a:chOff x="3050317" y="2893714"/>
            <a:chExt cx="367712" cy="354240"/>
          </a:xfrm>
        </p:grpSpPr>
        <p:sp>
          <p:nvSpPr>
            <p:cNvPr id="11760" name="Google Shape;11760;p9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2" name="Google Shape;11762;p92"/>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2"/>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4" name="Google Shape;11764;p92"/>
          <p:cNvGrpSpPr/>
          <p:nvPr/>
        </p:nvGrpSpPr>
        <p:grpSpPr>
          <a:xfrm>
            <a:off x="7503408" y="2962554"/>
            <a:ext cx="185184" cy="367296"/>
            <a:chOff x="7531277" y="2886354"/>
            <a:chExt cx="185184" cy="367296"/>
          </a:xfrm>
        </p:grpSpPr>
        <p:sp>
          <p:nvSpPr>
            <p:cNvPr id="11765" name="Google Shape;11765;p9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92"/>
          <p:cNvGrpSpPr/>
          <p:nvPr/>
        </p:nvGrpSpPr>
        <p:grpSpPr>
          <a:xfrm>
            <a:off x="6898768" y="2962938"/>
            <a:ext cx="297184" cy="367296"/>
            <a:chOff x="6926637" y="2886738"/>
            <a:chExt cx="297184" cy="367296"/>
          </a:xfrm>
        </p:grpSpPr>
        <p:sp>
          <p:nvSpPr>
            <p:cNvPr id="11769" name="Google Shape;11769;p9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2" name="Google Shape;11772;p92"/>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2"/>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4" name="Google Shape;11774;p92"/>
          <p:cNvGrpSpPr/>
          <p:nvPr/>
        </p:nvGrpSpPr>
        <p:grpSpPr>
          <a:xfrm>
            <a:off x="6312784" y="2962554"/>
            <a:ext cx="370368" cy="368064"/>
            <a:chOff x="6340653" y="2886354"/>
            <a:chExt cx="370368" cy="368064"/>
          </a:xfrm>
        </p:grpSpPr>
        <p:sp>
          <p:nvSpPr>
            <p:cNvPr id="11775" name="Google Shape;11775;p9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92"/>
          <p:cNvGrpSpPr/>
          <p:nvPr/>
        </p:nvGrpSpPr>
        <p:grpSpPr>
          <a:xfrm>
            <a:off x="5218928" y="2057626"/>
            <a:ext cx="354752" cy="336512"/>
            <a:chOff x="5246797" y="1981426"/>
            <a:chExt cx="354752" cy="336512"/>
          </a:xfrm>
        </p:grpSpPr>
        <p:sp>
          <p:nvSpPr>
            <p:cNvPr id="11782" name="Google Shape;11782;p9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92"/>
          <p:cNvGrpSpPr/>
          <p:nvPr/>
        </p:nvGrpSpPr>
        <p:grpSpPr>
          <a:xfrm>
            <a:off x="4120880" y="2178266"/>
            <a:ext cx="355136" cy="216256"/>
            <a:chOff x="4148749" y="2102066"/>
            <a:chExt cx="355136" cy="216256"/>
          </a:xfrm>
        </p:grpSpPr>
        <p:sp>
          <p:nvSpPr>
            <p:cNvPr id="11785" name="Google Shape;11785;p9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92"/>
          <p:cNvGrpSpPr/>
          <p:nvPr/>
        </p:nvGrpSpPr>
        <p:grpSpPr>
          <a:xfrm>
            <a:off x="5766800" y="2077626"/>
            <a:ext cx="354752" cy="315360"/>
            <a:chOff x="5794669" y="2001426"/>
            <a:chExt cx="354752" cy="315360"/>
          </a:xfrm>
        </p:grpSpPr>
        <p:sp>
          <p:nvSpPr>
            <p:cNvPr id="11788" name="Google Shape;11788;p9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92"/>
          <p:cNvGrpSpPr/>
          <p:nvPr/>
        </p:nvGrpSpPr>
        <p:grpSpPr>
          <a:xfrm>
            <a:off x="6317360" y="2106042"/>
            <a:ext cx="352832" cy="289216"/>
            <a:chOff x="6345229" y="2029842"/>
            <a:chExt cx="352832" cy="289216"/>
          </a:xfrm>
        </p:grpSpPr>
        <p:sp>
          <p:nvSpPr>
            <p:cNvPr id="11791" name="Google Shape;11791;p9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92"/>
          <p:cNvGrpSpPr/>
          <p:nvPr/>
        </p:nvGrpSpPr>
        <p:grpSpPr>
          <a:xfrm>
            <a:off x="4669520" y="2112538"/>
            <a:ext cx="354752" cy="281984"/>
            <a:chOff x="4697389" y="2036338"/>
            <a:chExt cx="354752" cy="281984"/>
          </a:xfrm>
        </p:grpSpPr>
        <p:sp>
          <p:nvSpPr>
            <p:cNvPr id="11794" name="Google Shape;11794;p9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9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92"/>
          <p:cNvGrpSpPr/>
          <p:nvPr/>
        </p:nvGrpSpPr>
        <p:grpSpPr>
          <a:xfrm>
            <a:off x="1376144" y="2500954"/>
            <a:ext cx="353600" cy="354944"/>
            <a:chOff x="1404013" y="2424754"/>
            <a:chExt cx="353600" cy="354944"/>
          </a:xfrm>
        </p:grpSpPr>
        <p:sp>
          <p:nvSpPr>
            <p:cNvPr id="11797" name="Google Shape;11797;p9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92"/>
          <p:cNvGrpSpPr/>
          <p:nvPr/>
        </p:nvGrpSpPr>
        <p:grpSpPr>
          <a:xfrm>
            <a:off x="826384" y="2504474"/>
            <a:ext cx="355104" cy="351040"/>
            <a:chOff x="854253" y="2428274"/>
            <a:chExt cx="355104" cy="351040"/>
          </a:xfrm>
        </p:grpSpPr>
        <p:sp>
          <p:nvSpPr>
            <p:cNvPr id="11803" name="Google Shape;11803;p9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92"/>
          <p:cNvGrpSpPr/>
          <p:nvPr/>
        </p:nvGrpSpPr>
        <p:grpSpPr>
          <a:xfrm>
            <a:off x="6869040" y="2517146"/>
            <a:ext cx="354752" cy="275904"/>
            <a:chOff x="6896909" y="2440946"/>
            <a:chExt cx="354752" cy="275904"/>
          </a:xfrm>
        </p:grpSpPr>
        <p:sp>
          <p:nvSpPr>
            <p:cNvPr id="11806" name="Google Shape;11806;p9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8" name="Google Shape;11808;p92"/>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9" name="Google Shape;11809;p92"/>
          <p:cNvGrpSpPr/>
          <p:nvPr/>
        </p:nvGrpSpPr>
        <p:grpSpPr>
          <a:xfrm>
            <a:off x="5237200" y="2500954"/>
            <a:ext cx="321984" cy="354560"/>
            <a:chOff x="5265069" y="2424754"/>
            <a:chExt cx="321984" cy="354560"/>
          </a:xfrm>
        </p:grpSpPr>
        <p:sp>
          <p:nvSpPr>
            <p:cNvPr id="11810" name="Google Shape;11810;p9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92"/>
          <p:cNvGrpSpPr/>
          <p:nvPr/>
        </p:nvGrpSpPr>
        <p:grpSpPr>
          <a:xfrm>
            <a:off x="4122800" y="2542970"/>
            <a:ext cx="355104" cy="259584"/>
            <a:chOff x="4150669" y="2466770"/>
            <a:chExt cx="355104" cy="259584"/>
          </a:xfrm>
        </p:grpSpPr>
        <p:sp>
          <p:nvSpPr>
            <p:cNvPr id="11813" name="Google Shape;11813;p9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9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92"/>
          <p:cNvGrpSpPr/>
          <p:nvPr/>
        </p:nvGrpSpPr>
        <p:grpSpPr>
          <a:xfrm>
            <a:off x="4671824" y="2501146"/>
            <a:ext cx="354336" cy="353984"/>
            <a:chOff x="4699693" y="2424946"/>
            <a:chExt cx="354336" cy="353984"/>
          </a:xfrm>
        </p:grpSpPr>
        <p:sp>
          <p:nvSpPr>
            <p:cNvPr id="11818" name="Google Shape;11818;p9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0" name="Google Shape;11820;p92"/>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2"/>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2" name="Google Shape;11822;p92"/>
          <p:cNvGrpSpPr/>
          <p:nvPr/>
        </p:nvGrpSpPr>
        <p:grpSpPr>
          <a:xfrm>
            <a:off x="1925168" y="2628442"/>
            <a:ext cx="355136" cy="227072"/>
            <a:chOff x="1953037" y="2552242"/>
            <a:chExt cx="355136" cy="227072"/>
          </a:xfrm>
        </p:grpSpPr>
        <p:sp>
          <p:nvSpPr>
            <p:cNvPr id="11823" name="Google Shape;11823;p9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9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5" name="Google Shape;11825;p92"/>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6" name="Google Shape;11826;p92"/>
          <p:cNvGrpSpPr/>
          <p:nvPr/>
        </p:nvGrpSpPr>
        <p:grpSpPr>
          <a:xfrm>
            <a:off x="2473072" y="2603418"/>
            <a:ext cx="355104" cy="250944"/>
            <a:chOff x="2500941" y="2527218"/>
            <a:chExt cx="355104" cy="250944"/>
          </a:xfrm>
        </p:grpSpPr>
        <p:sp>
          <p:nvSpPr>
            <p:cNvPr id="11827" name="Google Shape;11827;p9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9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9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9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2" name="Google Shape;11832;p92"/>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3" name="Google Shape;11833;p92"/>
          <p:cNvGrpSpPr/>
          <p:nvPr/>
        </p:nvGrpSpPr>
        <p:grpSpPr>
          <a:xfrm>
            <a:off x="7965936" y="2503322"/>
            <a:ext cx="356256" cy="351808"/>
            <a:chOff x="7993805" y="2427122"/>
            <a:chExt cx="356256" cy="351808"/>
          </a:xfrm>
        </p:grpSpPr>
        <p:sp>
          <p:nvSpPr>
            <p:cNvPr id="11834" name="Google Shape;11834;p9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92"/>
          <p:cNvGrpSpPr/>
          <p:nvPr/>
        </p:nvGrpSpPr>
        <p:grpSpPr>
          <a:xfrm>
            <a:off x="850768" y="2041210"/>
            <a:ext cx="308640" cy="353312"/>
            <a:chOff x="878637" y="1965010"/>
            <a:chExt cx="308640" cy="353312"/>
          </a:xfrm>
        </p:grpSpPr>
        <p:sp>
          <p:nvSpPr>
            <p:cNvPr id="11838" name="Google Shape;11838;p9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9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92"/>
          <p:cNvGrpSpPr/>
          <p:nvPr/>
        </p:nvGrpSpPr>
        <p:grpSpPr>
          <a:xfrm>
            <a:off x="6868272" y="2040922"/>
            <a:ext cx="348256" cy="352448"/>
            <a:chOff x="6896141" y="1964722"/>
            <a:chExt cx="348256" cy="352448"/>
          </a:xfrm>
        </p:grpSpPr>
        <p:sp>
          <p:nvSpPr>
            <p:cNvPr id="11842" name="Google Shape;11842;p9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92"/>
          <p:cNvGrpSpPr/>
          <p:nvPr/>
        </p:nvGrpSpPr>
        <p:grpSpPr>
          <a:xfrm>
            <a:off x="7962128" y="2091578"/>
            <a:ext cx="355136" cy="303328"/>
            <a:chOff x="7989997" y="2015378"/>
            <a:chExt cx="355136" cy="303328"/>
          </a:xfrm>
        </p:grpSpPr>
        <p:sp>
          <p:nvSpPr>
            <p:cNvPr id="11846" name="Google Shape;11846;p9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9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92"/>
          <p:cNvGrpSpPr/>
          <p:nvPr/>
        </p:nvGrpSpPr>
        <p:grpSpPr>
          <a:xfrm>
            <a:off x="3570352" y="1585562"/>
            <a:ext cx="348640" cy="330784"/>
            <a:chOff x="3598221" y="1509362"/>
            <a:chExt cx="348640" cy="330784"/>
          </a:xfrm>
        </p:grpSpPr>
        <p:sp>
          <p:nvSpPr>
            <p:cNvPr id="11850" name="Google Shape;11850;p9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9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92"/>
          <p:cNvGrpSpPr/>
          <p:nvPr/>
        </p:nvGrpSpPr>
        <p:grpSpPr>
          <a:xfrm>
            <a:off x="5218928" y="1576858"/>
            <a:ext cx="347872" cy="347488"/>
            <a:chOff x="5246797" y="1500658"/>
            <a:chExt cx="347872" cy="347488"/>
          </a:xfrm>
        </p:grpSpPr>
        <p:sp>
          <p:nvSpPr>
            <p:cNvPr id="11855" name="Google Shape;11855;p9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92"/>
          <p:cNvGrpSpPr/>
          <p:nvPr/>
        </p:nvGrpSpPr>
        <p:grpSpPr>
          <a:xfrm>
            <a:off x="5768720" y="1576858"/>
            <a:ext cx="349024" cy="346752"/>
            <a:chOff x="5796589" y="1500658"/>
            <a:chExt cx="349024" cy="346752"/>
          </a:xfrm>
        </p:grpSpPr>
        <p:sp>
          <p:nvSpPr>
            <p:cNvPr id="11860" name="Google Shape;11860;p9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1" name="Google Shape;11861;p92"/>
            <p:cNvGrpSpPr/>
            <p:nvPr/>
          </p:nvGrpSpPr>
          <p:grpSpPr>
            <a:xfrm>
              <a:off x="5796589" y="1500658"/>
              <a:ext cx="349024" cy="346752"/>
              <a:chOff x="5796589" y="1500658"/>
              <a:chExt cx="349024" cy="346752"/>
            </a:xfrm>
          </p:grpSpPr>
          <p:sp>
            <p:nvSpPr>
              <p:cNvPr id="11862" name="Google Shape;11862;p9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9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6" name="Google Shape;11866;p92"/>
          <p:cNvGrpSpPr/>
          <p:nvPr/>
        </p:nvGrpSpPr>
        <p:grpSpPr>
          <a:xfrm>
            <a:off x="6867504" y="1578778"/>
            <a:ext cx="348640" cy="343296"/>
            <a:chOff x="6895373" y="1502578"/>
            <a:chExt cx="348640" cy="343296"/>
          </a:xfrm>
        </p:grpSpPr>
        <p:sp>
          <p:nvSpPr>
            <p:cNvPr id="11867" name="Google Shape;11867;p9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9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92"/>
          <p:cNvGrpSpPr/>
          <p:nvPr/>
        </p:nvGrpSpPr>
        <p:grpSpPr>
          <a:xfrm>
            <a:off x="4119728" y="1581658"/>
            <a:ext cx="347904" cy="336992"/>
            <a:chOff x="4147597" y="1505458"/>
            <a:chExt cx="347904" cy="336992"/>
          </a:xfrm>
        </p:grpSpPr>
        <p:sp>
          <p:nvSpPr>
            <p:cNvPr id="11871" name="Google Shape;11871;p9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9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92"/>
          <p:cNvGrpSpPr/>
          <p:nvPr/>
        </p:nvGrpSpPr>
        <p:grpSpPr>
          <a:xfrm>
            <a:off x="2471536" y="1576090"/>
            <a:ext cx="347488" cy="348256"/>
            <a:chOff x="2499405" y="1499890"/>
            <a:chExt cx="347488" cy="348256"/>
          </a:xfrm>
        </p:grpSpPr>
        <p:sp>
          <p:nvSpPr>
            <p:cNvPr id="11879" name="Google Shape;11879;p9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92"/>
          <p:cNvGrpSpPr/>
          <p:nvPr/>
        </p:nvGrpSpPr>
        <p:grpSpPr>
          <a:xfrm>
            <a:off x="1928976" y="1576698"/>
            <a:ext cx="331520" cy="348032"/>
            <a:chOff x="1956845" y="1500498"/>
            <a:chExt cx="331520" cy="348032"/>
          </a:xfrm>
        </p:grpSpPr>
        <p:sp>
          <p:nvSpPr>
            <p:cNvPr id="11885" name="Google Shape;11885;p9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9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92"/>
          <p:cNvGrpSpPr/>
          <p:nvPr/>
        </p:nvGrpSpPr>
        <p:grpSpPr>
          <a:xfrm>
            <a:off x="6317744" y="1626074"/>
            <a:ext cx="348640" cy="250656"/>
            <a:chOff x="6345613" y="1549874"/>
            <a:chExt cx="348640" cy="250656"/>
          </a:xfrm>
        </p:grpSpPr>
        <p:sp>
          <p:nvSpPr>
            <p:cNvPr id="11898" name="Google Shape;11898;p9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92"/>
          <p:cNvGrpSpPr/>
          <p:nvPr/>
        </p:nvGrpSpPr>
        <p:grpSpPr>
          <a:xfrm>
            <a:off x="7416912" y="1583226"/>
            <a:ext cx="348640" cy="334272"/>
            <a:chOff x="7444781" y="1507026"/>
            <a:chExt cx="348640" cy="334272"/>
          </a:xfrm>
        </p:grpSpPr>
        <p:sp>
          <p:nvSpPr>
            <p:cNvPr id="11905" name="Google Shape;11905;p9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92"/>
          <p:cNvGrpSpPr/>
          <p:nvPr/>
        </p:nvGrpSpPr>
        <p:grpSpPr>
          <a:xfrm>
            <a:off x="7967472" y="1582938"/>
            <a:ext cx="347872" cy="334944"/>
            <a:chOff x="7995341" y="1506738"/>
            <a:chExt cx="347872" cy="334944"/>
          </a:xfrm>
        </p:grpSpPr>
        <p:sp>
          <p:nvSpPr>
            <p:cNvPr id="11911" name="Google Shape;11911;p9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92"/>
          <p:cNvGrpSpPr/>
          <p:nvPr/>
        </p:nvGrpSpPr>
        <p:grpSpPr>
          <a:xfrm>
            <a:off x="3020176" y="1599130"/>
            <a:ext cx="347872" cy="303904"/>
            <a:chOff x="3048045" y="1522930"/>
            <a:chExt cx="347872" cy="303904"/>
          </a:xfrm>
        </p:grpSpPr>
        <p:sp>
          <p:nvSpPr>
            <p:cNvPr id="11918" name="Google Shape;11918;p9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9" name="Google Shape;11919;p92"/>
            <p:cNvGrpSpPr/>
            <p:nvPr/>
          </p:nvGrpSpPr>
          <p:grpSpPr>
            <a:xfrm>
              <a:off x="3048045" y="1522930"/>
              <a:ext cx="347872" cy="303904"/>
              <a:chOff x="3048045" y="1522930"/>
              <a:chExt cx="347872" cy="303904"/>
            </a:xfrm>
          </p:grpSpPr>
          <p:sp>
            <p:nvSpPr>
              <p:cNvPr id="11920" name="Google Shape;11920;p9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22" name="Google Shape;11922;p92"/>
          <p:cNvGrpSpPr/>
          <p:nvPr/>
        </p:nvGrpSpPr>
        <p:grpSpPr>
          <a:xfrm>
            <a:off x="1105264" y="3428122"/>
            <a:ext cx="313984" cy="358560"/>
            <a:chOff x="1133133" y="3351922"/>
            <a:chExt cx="313984" cy="358560"/>
          </a:xfrm>
        </p:grpSpPr>
        <p:sp>
          <p:nvSpPr>
            <p:cNvPr id="11923" name="Google Shape;11923;p9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9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9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9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9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9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9" name="Google Shape;11939;p92"/>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0" name="Google Shape;11940;p92"/>
          <p:cNvGrpSpPr/>
          <p:nvPr/>
        </p:nvGrpSpPr>
        <p:grpSpPr>
          <a:xfrm>
            <a:off x="2767184" y="3428794"/>
            <a:ext cx="288448" cy="357120"/>
            <a:chOff x="2795053" y="3352594"/>
            <a:chExt cx="288448" cy="357120"/>
          </a:xfrm>
        </p:grpSpPr>
        <p:sp>
          <p:nvSpPr>
            <p:cNvPr id="11941" name="Google Shape;11941;p9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9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9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92"/>
          <p:cNvGrpSpPr/>
          <p:nvPr/>
        </p:nvGrpSpPr>
        <p:grpSpPr>
          <a:xfrm>
            <a:off x="2208656" y="3429402"/>
            <a:ext cx="304832" cy="356512"/>
            <a:chOff x="2236525" y="3353202"/>
            <a:chExt cx="304832" cy="356512"/>
          </a:xfrm>
        </p:grpSpPr>
        <p:sp>
          <p:nvSpPr>
            <p:cNvPr id="11951" name="Google Shape;11951;p9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92"/>
          <p:cNvGrpSpPr/>
          <p:nvPr/>
        </p:nvGrpSpPr>
        <p:grpSpPr>
          <a:xfrm>
            <a:off x="3882768" y="3428890"/>
            <a:ext cx="256800" cy="357024"/>
            <a:chOff x="3910637" y="3352690"/>
            <a:chExt cx="256800" cy="357024"/>
          </a:xfrm>
        </p:grpSpPr>
        <p:sp>
          <p:nvSpPr>
            <p:cNvPr id="11955" name="Google Shape;11955;p9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92"/>
          <p:cNvGrpSpPr/>
          <p:nvPr/>
        </p:nvGrpSpPr>
        <p:grpSpPr>
          <a:xfrm>
            <a:off x="6028560" y="3428122"/>
            <a:ext cx="360064" cy="360096"/>
            <a:chOff x="6056429" y="3351922"/>
            <a:chExt cx="360064" cy="360096"/>
          </a:xfrm>
        </p:grpSpPr>
        <p:sp>
          <p:nvSpPr>
            <p:cNvPr id="11959" name="Google Shape;11959;p9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9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92"/>
          <p:cNvGrpSpPr/>
          <p:nvPr/>
        </p:nvGrpSpPr>
        <p:grpSpPr>
          <a:xfrm>
            <a:off x="6581008" y="3429274"/>
            <a:ext cx="357408" cy="357408"/>
            <a:chOff x="6608877" y="3353074"/>
            <a:chExt cx="357408" cy="357408"/>
          </a:xfrm>
        </p:grpSpPr>
        <p:sp>
          <p:nvSpPr>
            <p:cNvPr id="11963" name="Google Shape;11963;p9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9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9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0" name="Google Shape;11970;p92"/>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2"/>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2" name="Google Shape;11972;p92"/>
          <p:cNvGrpSpPr/>
          <p:nvPr/>
        </p:nvGrpSpPr>
        <p:grpSpPr>
          <a:xfrm>
            <a:off x="4931664" y="3446426"/>
            <a:ext cx="357408" cy="323488"/>
            <a:chOff x="4959533" y="3370226"/>
            <a:chExt cx="357408" cy="323488"/>
          </a:xfrm>
        </p:grpSpPr>
        <p:sp>
          <p:nvSpPr>
            <p:cNvPr id="11973" name="Google Shape;11973;p9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9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92"/>
          <p:cNvGrpSpPr/>
          <p:nvPr/>
        </p:nvGrpSpPr>
        <p:grpSpPr>
          <a:xfrm>
            <a:off x="7130768" y="3429274"/>
            <a:ext cx="357056" cy="357408"/>
            <a:chOff x="7158637" y="3353074"/>
            <a:chExt cx="357056" cy="357408"/>
          </a:xfrm>
        </p:grpSpPr>
        <p:sp>
          <p:nvSpPr>
            <p:cNvPr id="11976" name="Google Shape;11976;p9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9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92"/>
          <p:cNvGrpSpPr/>
          <p:nvPr/>
        </p:nvGrpSpPr>
        <p:grpSpPr>
          <a:xfrm>
            <a:off x="3288400" y="3428602"/>
            <a:ext cx="344832" cy="356544"/>
            <a:chOff x="3316269" y="3352402"/>
            <a:chExt cx="344832" cy="356544"/>
          </a:xfrm>
        </p:grpSpPr>
        <p:sp>
          <p:nvSpPr>
            <p:cNvPr id="11981" name="Google Shape;11981;p9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9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9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92"/>
          <p:cNvGrpSpPr/>
          <p:nvPr/>
        </p:nvGrpSpPr>
        <p:grpSpPr>
          <a:xfrm>
            <a:off x="5481040" y="3447706"/>
            <a:ext cx="358560" cy="319552"/>
            <a:chOff x="5508909" y="3371506"/>
            <a:chExt cx="358560" cy="319552"/>
          </a:xfrm>
        </p:grpSpPr>
        <p:sp>
          <p:nvSpPr>
            <p:cNvPr id="11985" name="Google Shape;11985;p9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9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9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9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5" name="Google Shape;11995;p9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99" name="Shape 11999"/>
        <p:cNvGrpSpPr/>
        <p:nvPr/>
      </p:nvGrpSpPr>
      <p:grpSpPr>
        <a:xfrm>
          <a:off x="0" y="0"/>
          <a:ext cx="0" cy="0"/>
          <a:chOff x="0" y="0"/>
          <a:chExt cx="0" cy="0"/>
        </a:xfrm>
      </p:grpSpPr>
      <p:sp>
        <p:nvSpPr>
          <p:cNvPr id="12000" name="Google Shape;12000;p93"/>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1" name="Google Shape;12001;p93"/>
          <p:cNvGrpSpPr/>
          <p:nvPr/>
        </p:nvGrpSpPr>
        <p:grpSpPr>
          <a:xfrm>
            <a:off x="3026217" y="3893352"/>
            <a:ext cx="346056" cy="345674"/>
            <a:chOff x="3303268" y="3817349"/>
            <a:chExt cx="346056" cy="345674"/>
          </a:xfrm>
        </p:grpSpPr>
        <p:sp>
          <p:nvSpPr>
            <p:cNvPr id="12002" name="Google Shape;12002;p9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9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9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9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93"/>
          <p:cNvGrpSpPr/>
          <p:nvPr/>
        </p:nvGrpSpPr>
        <p:grpSpPr>
          <a:xfrm>
            <a:off x="3475306" y="3893352"/>
            <a:ext cx="346056" cy="345674"/>
            <a:chOff x="3752358" y="3817349"/>
            <a:chExt cx="346056" cy="345674"/>
          </a:xfrm>
        </p:grpSpPr>
        <p:sp>
          <p:nvSpPr>
            <p:cNvPr id="12007" name="Google Shape;12007;p9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9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93"/>
          <p:cNvGrpSpPr/>
          <p:nvPr/>
        </p:nvGrpSpPr>
        <p:grpSpPr>
          <a:xfrm>
            <a:off x="4822956" y="3893352"/>
            <a:ext cx="346024" cy="345674"/>
            <a:chOff x="5100008" y="3817349"/>
            <a:chExt cx="346024" cy="345674"/>
          </a:xfrm>
        </p:grpSpPr>
        <p:sp>
          <p:nvSpPr>
            <p:cNvPr id="12012" name="Google Shape;12012;p9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9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9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93"/>
          <p:cNvGrpSpPr/>
          <p:nvPr/>
        </p:nvGrpSpPr>
        <p:grpSpPr>
          <a:xfrm>
            <a:off x="5721867" y="3893352"/>
            <a:ext cx="345674" cy="345674"/>
            <a:chOff x="5998919" y="3817349"/>
            <a:chExt cx="345674" cy="345674"/>
          </a:xfrm>
        </p:grpSpPr>
        <p:sp>
          <p:nvSpPr>
            <p:cNvPr id="12016" name="Google Shape;12016;p9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93"/>
          <p:cNvGrpSpPr/>
          <p:nvPr/>
        </p:nvGrpSpPr>
        <p:grpSpPr>
          <a:xfrm>
            <a:off x="3924396" y="3893352"/>
            <a:ext cx="346024" cy="345674"/>
            <a:chOff x="4201447" y="3817349"/>
            <a:chExt cx="346024" cy="345674"/>
          </a:xfrm>
        </p:grpSpPr>
        <p:sp>
          <p:nvSpPr>
            <p:cNvPr id="12020" name="Google Shape;12020;p9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93"/>
          <p:cNvGrpSpPr/>
          <p:nvPr/>
        </p:nvGrpSpPr>
        <p:grpSpPr>
          <a:xfrm>
            <a:off x="4373867" y="3893352"/>
            <a:ext cx="346024" cy="345674"/>
            <a:chOff x="4650919" y="3817349"/>
            <a:chExt cx="346024" cy="345674"/>
          </a:xfrm>
        </p:grpSpPr>
        <p:sp>
          <p:nvSpPr>
            <p:cNvPr id="12023" name="Google Shape;12023;p9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9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93"/>
          <p:cNvGrpSpPr/>
          <p:nvPr/>
        </p:nvGrpSpPr>
        <p:grpSpPr>
          <a:xfrm>
            <a:off x="5272810" y="3893352"/>
            <a:ext cx="345642" cy="345674"/>
            <a:chOff x="5549861" y="3817349"/>
            <a:chExt cx="345642" cy="345674"/>
          </a:xfrm>
        </p:grpSpPr>
        <p:sp>
          <p:nvSpPr>
            <p:cNvPr id="12027" name="Google Shape;12027;p9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9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93"/>
          <p:cNvGrpSpPr/>
          <p:nvPr/>
        </p:nvGrpSpPr>
        <p:grpSpPr>
          <a:xfrm>
            <a:off x="1281335" y="3474029"/>
            <a:ext cx="367255" cy="269855"/>
            <a:chOff x="1306445" y="3397829"/>
            <a:chExt cx="367255" cy="269855"/>
          </a:xfrm>
        </p:grpSpPr>
        <p:sp>
          <p:nvSpPr>
            <p:cNvPr id="12031" name="Google Shape;12031;p9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93"/>
          <p:cNvGrpSpPr/>
          <p:nvPr/>
        </p:nvGrpSpPr>
        <p:grpSpPr>
          <a:xfrm>
            <a:off x="1756207" y="3467600"/>
            <a:ext cx="367255" cy="282364"/>
            <a:chOff x="1781317" y="3391400"/>
            <a:chExt cx="367255" cy="282364"/>
          </a:xfrm>
        </p:grpSpPr>
        <p:sp>
          <p:nvSpPr>
            <p:cNvPr id="12038" name="Google Shape;12038;p9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9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9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93"/>
          <p:cNvGrpSpPr/>
          <p:nvPr/>
        </p:nvGrpSpPr>
        <p:grpSpPr>
          <a:xfrm>
            <a:off x="3653720" y="3447133"/>
            <a:ext cx="369164" cy="323297"/>
            <a:chOff x="3678830" y="3370933"/>
            <a:chExt cx="369164" cy="323297"/>
          </a:xfrm>
        </p:grpSpPr>
        <p:sp>
          <p:nvSpPr>
            <p:cNvPr id="12045" name="Google Shape;12045;p9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93"/>
          <p:cNvGrpSpPr/>
          <p:nvPr/>
        </p:nvGrpSpPr>
        <p:grpSpPr>
          <a:xfrm>
            <a:off x="834155" y="3424375"/>
            <a:ext cx="312316" cy="368400"/>
            <a:chOff x="859265" y="3348175"/>
            <a:chExt cx="312316" cy="368400"/>
          </a:xfrm>
        </p:grpSpPr>
        <p:sp>
          <p:nvSpPr>
            <p:cNvPr id="12057" name="Google Shape;12057;p9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2" name="Google Shape;12062;p93"/>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3" name="Google Shape;12063;p93"/>
          <p:cNvGrpSpPr/>
          <p:nvPr/>
        </p:nvGrpSpPr>
        <p:grpSpPr>
          <a:xfrm>
            <a:off x="2741264" y="3437213"/>
            <a:ext cx="330110" cy="308908"/>
            <a:chOff x="2766264" y="3394042"/>
            <a:chExt cx="294873" cy="275934"/>
          </a:xfrm>
        </p:grpSpPr>
        <p:sp>
          <p:nvSpPr>
            <p:cNvPr id="12064" name="Google Shape;12064;p9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93"/>
          <p:cNvGrpSpPr/>
          <p:nvPr/>
        </p:nvGrpSpPr>
        <p:grpSpPr>
          <a:xfrm>
            <a:off x="3189862" y="3435388"/>
            <a:ext cx="346406" cy="347552"/>
            <a:chOff x="3214972" y="3359188"/>
            <a:chExt cx="346406" cy="347552"/>
          </a:xfrm>
        </p:grpSpPr>
        <p:sp>
          <p:nvSpPr>
            <p:cNvPr id="12069" name="Google Shape;12069;p9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9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93"/>
          <p:cNvGrpSpPr/>
          <p:nvPr/>
        </p:nvGrpSpPr>
        <p:grpSpPr>
          <a:xfrm>
            <a:off x="4604196" y="3485393"/>
            <a:ext cx="367255" cy="244486"/>
            <a:chOff x="4629306" y="3409193"/>
            <a:chExt cx="367255" cy="244486"/>
          </a:xfrm>
        </p:grpSpPr>
        <p:sp>
          <p:nvSpPr>
            <p:cNvPr id="12084" name="Google Shape;12084;p9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9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93"/>
          <p:cNvGrpSpPr/>
          <p:nvPr/>
        </p:nvGrpSpPr>
        <p:grpSpPr>
          <a:xfrm>
            <a:off x="4168380" y="3426284"/>
            <a:ext cx="289939" cy="334661"/>
            <a:chOff x="4193490" y="3350084"/>
            <a:chExt cx="289939" cy="334661"/>
          </a:xfrm>
        </p:grpSpPr>
        <p:sp>
          <p:nvSpPr>
            <p:cNvPr id="12095" name="Google Shape;12095;p9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93"/>
          <p:cNvGrpSpPr/>
          <p:nvPr/>
        </p:nvGrpSpPr>
        <p:grpSpPr>
          <a:xfrm>
            <a:off x="6508171" y="3427430"/>
            <a:ext cx="357037" cy="357005"/>
            <a:chOff x="6533281" y="3351230"/>
            <a:chExt cx="357037" cy="357005"/>
          </a:xfrm>
        </p:grpSpPr>
        <p:sp>
          <p:nvSpPr>
            <p:cNvPr id="12106" name="Google Shape;12106;p9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93"/>
          <p:cNvGrpSpPr/>
          <p:nvPr/>
        </p:nvGrpSpPr>
        <p:grpSpPr>
          <a:xfrm>
            <a:off x="6033331" y="3427430"/>
            <a:ext cx="357387" cy="357005"/>
            <a:chOff x="6058441" y="3351230"/>
            <a:chExt cx="357387" cy="357005"/>
          </a:xfrm>
        </p:grpSpPr>
        <p:sp>
          <p:nvSpPr>
            <p:cNvPr id="12110" name="Google Shape;12110;p9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93"/>
          <p:cNvGrpSpPr/>
          <p:nvPr/>
        </p:nvGrpSpPr>
        <p:grpSpPr>
          <a:xfrm>
            <a:off x="7932373" y="3427048"/>
            <a:ext cx="357387" cy="357387"/>
            <a:chOff x="7957483" y="3350848"/>
            <a:chExt cx="357387" cy="357387"/>
          </a:xfrm>
        </p:grpSpPr>
        <p:sp>
          <p:nvSpPr>
            <p:cNvPr id="12113" name="Google Shape;12113;p9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6" name="Google Shape;12116;p93"/>
          <p:cNvGrpSpPr/>
          <p:nvPr/>
        </p:nvGrpSpPr>
        <p:grpSpPr>
          <a:xfrm>
            <a:off x="6982661" y="3427430"/>
            <a:ext cx="357387" cy="357005"/>
            <a:chOff x="7007771" y="3351230"/>
            <a:chExt cx="357387" cy="357005"/>
          </a:xfrm>
        </p:grpSpPr>
        <p:sp>
          <p:nvSpPr>
            <p:cNvPr id="12117" name="Google Shape;12117;p9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93"/>
          <p:cNvGrpSpPr/>
          <p:nvPr/>
        </p:nvGrpSpPr>
        <p:grpSpPr>
          <a:xfrm>
            <a:off x="5083620" y="3427430"/>
            <a:ext cx="357005" cy="357005"/>
            <a:chOff x="5108729" y="3351230"/>
            <a:chExt cx="357005" cy="357005"/>
          </a:xfrm>
        </p:grpSpPr>
        <p:sp>
          <p:nvSpPr>
            <p:cNvPr id="12123" name="Google Shape;12123;p9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93"/>
          <p:cNvGrpSpPr/>
          <p:nvPr/>
        </p:nvGrpSpPr>
        <p:grpSpPr>
          <a:xfrm>
            <a:off x="5558459" y="3427430"/>
            <a:ext cx="357419" cy="357005"/>
            <a:chOff x="5583569" y="3351230"/>
            <a:chExt cx="357419" cy="357005"/>
          </a:xfrm>
        </p:grpSpPr>
        <p:sp>
          <p:nvSpPr>
            <p:cNvPr id="12126" name="Google Shape;12126;p9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93"/>
          <p:cNvGrpSpPr/>
          <p:nvPr/>
        </p:nvGrpSpPr>
        <p:grpSpPr>
          <a:xfrm>
            <a:off x="7457119" y="3427430"/>
            <a:ext cx="357419" cy="357005"/>
            <a:chOff x="7482229" y="3351230"/>
            <a:chExt cx="357419" cy="357005"/>
          </a:xfrm>
        </p:grpSpPr>
        <p:sp>
          <p:nvSpPr>
            <p:cNvPr id="12129" name="Google Shape;12129;p9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93"/>
          <p:cNvGrpSpPr/>
          <p:nvPr/>
        </p:nvGrpSpPr>
        <p:grpSpPr>
          <a:xfrm>
            <a:off x="3739375" y="2966882"/>
            <a:ext cx="222874" cy="345737"/>
            <a:chOff x="3764485" y="2890682"/>
            <a:chExt cx="222874" cy="345737"/>
          </a:xfrm>
        </p:grpSpPr>
        <p:sp>
          <p:nvSpPr>
            <p:cNvPr id="12135" name="Google Shape;12135;p9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93"/>
          <p:cNvGrpSpPr/>
          <p:nvPr/>
        </p:nvGrpSpPr>
        <p:grpSpPr>
          <a:xfrm>
            <a:off x="2213507" y="2984331"/>
            <a:ext cx="422596" cy="310382"/>
            <a:chOff x="2278533" y="2937377"/>
            <a:chExt cx="346788" cy="254704"/>
          </a:xfrm>
        </p:grpSpPr>
        <p:sp>
          <p:nvSpPr>
            <p:cNvPr id="12139" name="Google Shape;12139;p9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9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1" name="Google Shape;12141;p93"/>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2" name="Google Shape;12142;p93"/>
          <p:cNvGrpSpPr/>
          <p:nvPr/>
        </p:nvGrpSpPr>
        <p:grpSpPr>
          <a:xfrm>
            <a:off x="1811527" y="2967710"/>
            <a:ext cx="286152" cy="346438"/>
            <a:chOff x="1836637" y="2891510"/>
            <a:chExt cx="286152" cy="346438"/>
          </a:xfrm>
        </p:grpSpPr>
        <p:sp>
          <p:nvSpPr>
            <p:cNvPr id="12143" name="Google Shape;12143;p9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93"/>
          <p:cNvGrpSpPr/>
          <p:nvPr/>
        </p:nvGrpSpPr>
        <p:grpSpPr>
          <a:xfrm>
            <a:off x="5560751" y="2982129"/>
            <a:ext cx="379764" cy="337684"/>
            <a:chOff x="5585861" y="2905929"/>
            <a:chExt cx="379764" cy="337684"/>
          </a:xfrm>
        </p:grpSpPr>
        <p:sp>
          <p:nvSpPr>
            <p:cNvPr id="12147" name="Google Shape;12147;p9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93"/>
          <p:cNvGrpSpPr/>
          <p:nvPr/>
        </p:nvGrpSpPr>
        <p:grpSpPr>
          <a:xfrm>
            <a:off x="1302566" y="2986680"/>
            <a:ext cx="347934" cy="310024"/>
            <a:chOff x="1327676" y="2910480"/>
            <a:chExt cx="347934" cy="310024"/>
          </a:xfrm>
        </p:grpSpPr>
        <p:sp>
          <p:nvSpPr>
            <p:cNvPr id="12152" name="Google Shape;12152;p9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7" name="Google Shape;12157;p93"/>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8" name="Google Shape;12158;p93"/>
          <p:cNvGrpSpPr/>
          <p:nvPr/>
        </p:nvGrpSpPr>
        <p:grpSpPr>
          <a:xfrm>
            <a:off x="2728291" y="2945764"/>
            <a:ext cx="382828" cy="358601"/>
            <a:chOff x="2753373" y="2902523"/>
            <a:chExt cx="347552" cy="325557"/>
          </a:xfrm>
        </p:grpSpPr>
        <p:sp>
          <p:nvSpPr>
            <p:cNvPr id="12159" name="Google Shape;12159;p9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93"/>
          <p:cNvGrpSpPr/>
          <p:nvPr/>
        </p:nvGrpSpPr>
        <p:grpSpPr>
          <a:xfrm>
            <a:off x="823906" y="2979455"/>
            <a:ext cx="356655" cy="335425"/>
            <a:chOff x="849016" y="2903255"/>
            <a:chExt cx="356655" cy="335425"/>
          </a:xfrm>
        </p:grpSpPr>
        <p:sp>
          <p:nvSpPr>
            <p:cNvPr id="12166" name="Google Shape;12166;p9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9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93"/>
          <p:cNvGrpSpPr/>
          <p:nvPr/>
        </p:nvGrpSpPr>
        <p:grpSpPr>
          <a:xfrm>
            <a:off x="4185823" y="3002977"/>
            <a:ext cx="280072" cy="275520"/>
            <a:chOff x="4210933" y="2926777"/>
            <a:chExt cx="280072" cy="275520"/>
          </a:xfrm>
        </p:grpSpPr>
        <p:sp>
          <p:nvSpPr>
            <p:cNvPr id="12178" name="Google Shape;12178;p9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93"/>
          <p:cNvGrpSpPr/>
          <p:nvPr/>
        </p:nvGrpSpPr>
        <p:grpSpPr>
          <a:xfrm>
            <a:off x="4642106" y="2991582"/>
            <a:ext cx="320273" cy="318395"/>
            <a:chOff x="4667216" y="2915382"/>
            <a:chExt cx="320273" cy="318395"/>
          </a:xfrm>
        </p:grpSpPr>
        <p:sp>
          <p:nvSpPr>
            <p:cNvPr id="12192" name="Google Shape;12192;p9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93"/>
          <p:cNvGrpSpPr/>
          <p:nvPr/>
        </p:nvGrpSpPr>
        <p:grpSpPr>
          <a:xfrm>
            <a:off x="5145370" y="3010839"/>
            <a:ext cx="261929" cy="280550"/>
            <a:chOff x="5170480" y="2934639"/>
            <a:chExt cx="261929" cy="280550"/>
          </a:xfrm>
        </p:grpSpPr>
        <p:sp>
          <p:nvSpPr>
            <p:cNvPr id="12197" name="Google Shape;12197;p9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9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93"/>
          <p:cNvGrpSpPr/>
          <p:nvPr/>
        </p:nvGrpSpPr>
        <p:grpSpPr>
          <a:xfrm>
            <a:off x="6044313" y="2968091"/>
            <a:ext cx="362321" cy="364231"/>
            <a:chOff x="6069423" y="2891892"/>
            <a:chExt cx="362321" cy="364231"/>
          </a:xfrm>
        </p:grpSpPr>
        <p:sp>
          <p:nvSpPr>
            <p:cNvPr id="12205" name="Google Shape;12205;p9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93"/>
          <p:cNvGrpSpPr/>
          <p:nvPr/>
        </p:nvGrpSpPr>
        <p:grpSpPr>
          <a:xfrm>
            <a:off x="6546845" y="2995370"/>
            <a:ext cx="308878" cy="311170"/>
            <a:chOff x="6571955" y="2919170"/>
            <a:chExt cx="308878" cy="311170"/>
          </a:xfrm>
        </p:grpSpPr>
        <p:sp>
          <p:nvSpPr>
            <p:cNvPr id="12212" name="Google Shape;12212;p9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93"/>
          <p:cNvGrpSpPr/>
          <p:nvPr/>
        </p:nvGrpSpPr>
        <p:grpSpPr>
          <a:xfrm>
            <a:off x="7474944" y="3010935"/>
            <a:ext cx="350576" cy="280454"/>
            <a:chOff x="7500054" y="2934735"/>
            <a:chExt cx="350576" cy="280454"/>
          </a:xfrm>
        </p:grpSpPr>
        <p:sp>
          <p:nvSpPr>
            <p:cNvPr id="12223" name="Google Shape;12223;p9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9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9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93"/>
          <p:cNvGrpSpPr/>
          <p:nvPr/>
        </p:nvGrpSpPr>
        <p:grpSpPr>
          <a:xfrm>
            <a:off x="6987570" y="2950862"/>
            <a:ext cx="332012" cy="355454"/>
            <a:chOff x="7055134" y="2919170"/>
            <a:chExt cx="290321" cy="310820"/>
          </a:xfrm>
        </p:grpSpPr>
        <p:sp>
          <p:nvSpPr>
            <p:cNvPr id="12232" name="Google Shape;12232;p9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9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9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9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93"/>
          <p:cNvGrpSpPr/>
          <p:nvPr/>
        </p:nvGrpSpPr>
        <p:grpSpPr>
          <a:xfrm>
            <a:off x="7960033" y="2976813"/>
            <a:ext cx="330109" cy="347552"/>
            <a:chOff x="7985143" y="2900613"/>
            <a:chExt cx="330109" cy="347552"/>
          </a:xfrm>
        </p:grpSpPr>
        <p:sp>
          <p:nvSpPr>
            <p:cNvPr id="12247" name="Google Shape;12247;p9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9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9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93"/>
          <p:cNvGrpSpPr/>
          <p:nvPr/>
        </p:nvGrpSpPr>
        <p:grpSpPr>
          <a:xfrm>
            <a:off x="7965731" y="2511426"/>
            <a:ext cx="354363" cy="353631"/>
            <a:chOff x="7990840" y="2435226"/>
            <a:chExt cx="354363" cy="353631"/>
          </a:xfrm>
        </p:grpSpPr>
        <p:sp>
          <p:nvSpPr>
            <p:cNvPr id="12256" name="Google Shape;12256;p9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93"/>
          <p:cNvGrpSpPr/>
          <p:nvPr/>
        </p:nvGrpSpPr>
        <p:grpSpPr>
          <a:xfrm>
            <a:off x="1792207" y="2556530"/>
            <a:ext cx="350958" cy="263043"/>
            <a:chOff x="1817317" y="2480330"/>
            <a:chExt cx="350958" cy="263043"/>
          </a:xfrm>
        </p:grpSpPr>
        <p:sp>
          <p:nvSpPr>
            <p:cNvPr id="12260" name="Google Shape;12260;p9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93"/>
          <p:cNvGrpSpPr/>
          <p:nvPr/>
        </p:nvGrpSpPr>
        <p:grpSpPr>
          <a:xfrm>
            <a:off x="1316617" y="2559549"/>
            <a:ext cx="419913" cy="308109"/>
            <a:chOff x="1341727" y="2483349"/>
            <a:chExt cx="419913" cy="308109"/>
          </a:xfrm>
        </p:grpSpPr>
        <p:sp>
          <p:nvSpPr>
            <p:cNvPr id="12266" name="Google Shape;12266;p9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93"/>
          <p:cNvGrpSpPr/>
          <p:nvPr/>
        </p:nvGrpSpPr>
        <p:grpSpPr>
          <a:xfrm>
            <a:off x="829222" y="2523936"/>
            <a:ext cx="376358" cy="330109"/>
            <a:chOff x="854332" y="2447736"/>
            <a:chExt cx="376358" cy="330109"/>
          </a:xfrm>
        </p:grpSpPr>
        <p:sp>
          <p:nvSpPr>
            <p:cNvPr id="12270" name="Google Shape;12270;p9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93"/>
          <p:cNvGrpSpPr/>
          <p:nvPr/>
        </p:nvGrpSpPr>
        <p:grpSpPr>
          <a:xfrm>
            <a:off x="4181653" y="2527151"/>
            <a:ext cx="322151" cy="322374"/>
            <a:chOff x="4206763" y="2450951"/>
            <a:chExt cx="322151" cy="322374"/>
          </a:xfrm>
        </p:grpSpPr>
        <p:sp>
          <p:nvSpPr>
            <p:cNvPr id="12279" name="Google Shape;12279;p9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93"/>
          <p:cNvGrpSpPr/>
          <p:nvPr/>
        </p:nvGrpSpPr>
        <p:grpSpPr>
          <a:xfrm>
            <a:off x="7491236" y="2526259"/>
            <a:ext cx="327976" cy="324316"/>
            <a:chOff x="7528096" y="2450059"/>
            <a:chExt cx="327976" cy="324316"/>
          </a:xfrm>
        </p:grpSpPr>
        <p:sp>
          <p:nvSpPr>
            <p:cNvPr id="12282" name="Google Shape;12282;p9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9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93"/>
          <p:cNvGrpSpPr/>
          <p:nvPr/>
        </p:nvGrpSpPr>
        <p:grpSpPr>
          <a:xfrm>
            <a:off x="7052019" y="2588742"/>
            <a:ext cx="282364" cy="198619"/>
            <a:chOff x="7077129" y="2512542"/>
            <a:chExt cx="282364" cy="198619"/>
          </a:xfrm>
        </p:grpSpPr>
        <p:sp>
          <p:nvSpPr>
            <p:cNvPr id="12288" name="Google Shape;12288;p9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9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93"/>
          <p:cNvGrpSpPr/>
          <p:nvPr/>
        </p:nvGrpSpPr>
        <p:grpSpPr>
          <a:xfrm>
            <a:off x="3700351" y="2520912"/>
            <a:ext cx="334279" cy="334661"/>
            <a:chOff x="3725461" y="2444712"/>
            <a:chExt cx="334279" cy="334661"/>
          </a:xfrm>
        </p:grpSpPr>
        <p:sp>
          <p:nvSpPr>
            <p:cNvPr id="12295" name="Google Shape;12295;p9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93"/>
          <p:cNvGrpSpPr/>
          <p:nvPr/>
        </p:nvGrpSpPr>
        <p:grpSpPr>
          <a:xfrm>
            <a:off x="6552128" y="2533421"/>
            <a:ext cx="332019" cy="310788"/>
            <a:chOff x="6577238" y="2457221"/>
            <a:chExt cx="332019" cy="310788"/>
          </a:xfrm>
        </p:grpSpPr>
        <p:sp>
          <p:nvSpPr>
            <p:cNvPr id="12303" name="Google Shape;12303;p9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93"/>
          <p:cNvGrpSpPr/>
          <p:nvPr/>
        </p:nvGrpSpPr>
        <p:grpSpPr>
          <a:xfrm>
            <a:off x="2793451" y="2515978"/>
            <a:ext cx="247892" cy="346024"/>
            <a:chOff x="2818561" y="2439778"/>
            <a:chExt cx="247892" cy="346024"/>
          </a:xfrm>
        </p:grpSpPr>
        <p:sp>
          <p:nvSpPr>
            <p:cNvPr id="12310" name="Google Shape;12310;p9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93"/>
          <p:cNvGrpSpPr/>
          <p:nvPr/>
        </p:nvGrpSpPr>
        <p:grpSpPr>
          <a:xfrm>
            <a:off x="3182668" y="2550832"/>
            <a:ext cx="419933" cy="275170"/>
            <a:chOff x="3207778" y="2474632"/>
            <a:chExt cx="419933" cy="275170"/>
          </a:xfrm>
        </p:grpSpPr>
        <p:sp>
          <p:nvSpPr>
            <p:cNvPr id="12323" name="Google Shape;12323;p9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93"/>
          <p:cNvGrpSpPr/>
          <p:nvPr/>
        </p:nvGrpSpPr>
        <p:grpSpPr>
          <a:xfrm>
            <a:off x="6074265" y="2532275"/>
            <a:ext cx="337684" cy="314194"/>
            <a:chOff x="6099375" y="2456075"/>
            <a:chExt cx="337684" cy="314194"/>
          </a:xfrm>
        </p:grpSpPr>
        <p:sp>
          <p:nvSpPr>
            <p:cNvPr id="12338" name="Google Shape;12338;p9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93"/>
          <p:cNvGrpSpPr/>
          <p:nvPr/>
        </p:nvGrpSpPr>
        <p:grpSpPr>
          <a:xfrm>
            <a:off x="2287513" y="2544784"/>
            <a:ext cx="312698" cy="286534"/>
            <a:chOff x="2312623" y="2468584"/>
            <a:chExt cx="312698" cy="286534"/>
          </a:xfrm>
        </p:grpSpPr>
        <p:sp>
          <p:nvSpPr>
            <p:cNvPr id="12341" name="Google Shape;12341;p9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93"/>
          <p:cNvGrpSpPr/>
          <p:nvPr/>
        </p:nvGrpSpPr>
        <p:grpSpPr>
          <a:xfrm>
            <a:off x="5593695" y="2517124"/>
            <a:ext cx="345292" cy="342618"/>
            <a:chOff x="5618805" y="2440924"/>
            <a:chExt cx="345292" cy="342618"/>
          </a:xfrm>
        </p:grpSpPr>
        <p:sp>
          <p:nvSpPr>
            <p:cNvPr id="12345" name="Google Shape;12345;p9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9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93"/>
          <p:cNvGrpSpPr/>
          <p:nvPr/>
        </p:nvGrpSpPr>
        <p:grpSpPr>
          <a:xfrm>
            <a:off x="4628069" y="2522790"/>
            <a:ext cx="377886" cy="331255"/>
            <a:chOff x="4653179" y="2446590"/>
            <a:chExt cx="377886" cy="331255"/>
          </a:xfrm>
        </p:grpSpPr>
        <p:sp>
          <p:nvSpPr>
            <p:cNvPr id="12351" name="Google Shape;12351;p9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93"/>
          <p:cNvGrpSpPr/>
          <p:nvPr/>
        </p:nvGrpSpPr>
        <p:grpSpPr>
          <a:xfrm>
            <a:off x="5159407" y="2535681"/>
            <a:ext cx="252062" cy="305122"/>
            <a:chOff x="5184517" y="2459481"/>
            <a:chExt cx="252062" cy="305122"/>
          </a:xfrm>
        </p:grpSpPr>
        <p:sp>
          <p:nvSpPr>
            <p:cNvPr id="12356" name="Google Shape;12356;p9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9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2" name="Google Shape;12362;p93"/>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3" name="Google Shape;12363;p93"/>
          <p:cNvGrpSpPr/>
          <p:nvPr/>
        </p:nvGrpSpPr>
        <p:grpSpPr>
          <a:xfrm>
            <a:off x="6130349" y="2045308"/>
            <a:ext cx="249770" cy="363849"/>
            <a:chOff x="6155459" y="1969108"/>
            <a:chExt cx="249770" cy="363849"/>
          </a:xfrm>
        </p:grpSpPr>
        <p:sp>
          <p:nvSpPr>
            <p:cNvPr id="12364" name="Google Shape;12364;p9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9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93"/>
          <p:cNvGrpSpPr/>
          <p:nvPr/>
        </p:nvGrpSpPr>
        <p:grpSpPr>
          <a:xfrm>
            <a:off x="2254919" y="2046804"/>
            <a:ext cx="353631" cy="354395"/>
            <a:chOff x="2280029" y="1970604"/>
            <a:chExt cx="353631" cy="354395"/>
          </a:xfrm>
        </p:grpSpPr>
        <p:sp>
          <p:nvSpPr>
            <p:cNvPr id="12374" name="Google Shape;12374;p9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9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9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93"/>
          <p:cNvGrpSpPr/>
          <p:nvPr/>
        </p:nvGrpSpPr>
        <p:grpSpPr>
          <a:xfrm>
            <a:off x="8039990" y="2076374"/>
            <a:ext cx="255086" cy="301685"/>
            <a:chOff x="8065100" y="2000174"/>
            <a:chExt cx="255086" cy="301685"/>
          </a:xfrm>
        </p:grpSpPr>
        <p:sp>
          <p:nvSpPr>
            <p:cNvPr id="12379" name="Google Shape;12379;p9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93"/>
          <p:cNvGrpSpPr/>
          <p:nvPr/>
        </p:nvGrpSpPr>
        <p:grpSpPr>
          <a:xfrm>
            <a:off x="6608595" y="2045308"/>
            <a:ext cx="249420" cy="363849"/>
            <a:chOff x="6633705" y="1969108"/>
            <a:chExt cx="249420" cy="363849"/>
          </a:xfrm>
        </p:grpSpPr>
        <p:sp>
          <p:nvSpPr>
            <p:cNvPr id="12384" name="Google Shape;12384;p9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9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93"/>
          <p:cNvGrpSpPr/>
          <p:nvPr/>
        </p:nvGrpSpPr>
        <p:grpSpPr>
          <a:xfrm>
            <a:off x="5185921" y="2045308"/>
            <a:ext cx="226661" cy="363467"/>
            <a:chOff x="5211031" y="1969108"/>
            <a:chExt cx="226661" cy="363467"/>
          </a:xfrm>
        </p:grpSpPr>
        <p:sp>
          <p:nvSpPr>
            <p:cNvPr id="12393" name="Google Shape;12393;p9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93"/>
          <p:cNvGrpSpPr/>
          <p:nvPr/>
        </p:nvGrpSpPr>
        <p:grpSpPr>
          <a:xfrm>
            <a:off x="3687842" y="2046804"/>
            <a:ext cx="354363" cy="354395"/>
            <a:chOff x="3712952" y="1970604"/>
            <a:chExt cx="354363" cy="354395"/>
          </a:xfrm>
        </p:grpSpPr>
        <p:sp>
          <p:nvSpPr>
            <p:cNvPr id="12396" name="Google Shape;12396;p9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9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9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93"/>
          <p:cNvGrpSpPr/>
          <p:nvPr/>
        </p:nvGrpSpPr>
        <p:grpSpPr>
          <a:xfrm>
            <a:off x="3210329" y="2046804"/>
            <a:ext cx="354363" cy="354745"/>
            <a:chOff x="3235438" y="1970604"/>
            <a:chExt cx="354363" cy="354745"/>
          </a:xfrm>
        </p:grpSpPr>
        <p:sp>
          <p:nvSpPr>
            <p:cNvPr id="12406" name="Google Shape;12406;p9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9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9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93"/>
          <p:cNvGrpSpPr/>
          <p:nvPr/>
        </p:nvGrpSpPr>
        <p:grpSpPr>
          <a:xfrm>
            <a:off x="1304475" y="2066125"/>
            <a:ext cx="341472" cy="335074"/>
            <a:chOff x="1329585" y="1989925"/>
            <a:chExt cx="341472" cy="335074"/>
          </a:xfrm>
        </p:grpSpPr>
        <p:sp>
          <p:nvSpPr>
            <p:cNvPr id="12420" name="Google Shape;12420;p9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9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93"/>
          <p:cNvGrpSpPr/>
          <p:nvPr/>
        </p:nvGrpSpPr>
        <p:grpSpPr>
          <a:xfrm>
            <a:off x="5566761" y="2066106"/>
            <a:ext cx="416649" cy="325597"/>
            <a:chOff x="5626763" y="2013829"/>
            <a:chExt cx="351722" cy="274788"/>
          </a:xfrm>
        </p:grpSpPr>
        <p:sp>
          <p:nvSpPr>
            <p:cNvPr id="12424" name="Google Shape;12424;p9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9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93"/>
          <p:cNvGrpSpPr/>
          <p:nvPr/>
        </p:nvGrpSpPr>
        <p:grpSpPr>
          <a:xfrm>
            <a:off x="7551495" y="2060077"/>
            <a:ext cx="276698" cy="333133"/>
            <a:chOff x="7576605" y="1983877"/>
            <a:chExt cx="276698" cy="333133"/>
          </a:xfrm>
        </p:grpSpPr>
        <p:sp>
          <p:nvSpPr>
            <p:cNvPr id="12435" name="Google Shape;12435;p9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93"/>
          <p:cNvGrpSpPr/>
          <p:nvPr/>
        </p:nvGrpSpPr>
        <p:grpSpPr>
          <a:xfrm>
            <a:off x="828458" y="2051738"/>
            <a:ext cx="337334" cy="353599"/>
            <a:chOff x="853568" y="1975538"/>
            <a:chExt cx="337334" cy="353599"/>
          </a:xfrm>
        </p:grpSpPr>
        <p:sp>
          <p:nvSpPr>
            <p:cNvPr id="12438" name="Google Shape;12438;p9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93"/>
          <p:cNvGrpSpPr/>
          <p:nvPr/>
        </p:nvGrpSpPr>
        <p:grpSpPr>
          <a:xfrm>
            <a:off x="2733192" y="2085828"/>
            <a:ext cx="327085" cy="277080"/>
            <a:chOff x="2770052" y="2009628"/>
            <a:chExt cx="327085" cy="277080"/>
          </a:xfrm>
        </p:grpSpPr>
        <p:sp>
          <p:nvSpPr>
            <p:cNvPr id="12443" name="Google Shape;12443;p9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5" name="Google Shape;12445;p93"/>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6" name="Google Shape;12446;p93"/>
          <p:cNvGrpSpPr/>
          <p:nvPr/>
        </p:nvGrpSpPr>
        <p:grpSpPr>
          <a:xfrm>
            <a:off x="4170289" y="2046804"/>
            <a:ext cx="344878" cy="343573"/>
            <a:chOff x="4195399" y="1970604"/>
            <a:chExt cx="344878" cy="343573"/>
          </a:xfrm>
        </p:grpSpPr>
        <p:sp>
          <p:nvSpPr>
            <p:cNvPr id="12447" name="Google Shape;12447;p9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93"/>
          <p:cNvGrpSpPr/>
          <p:nvPr/>
        </p:nvGrpSpPr>
        <p:grpSpPr>
          <a:xfrm>
            <a:off x="4649681" y="2053647"/>
            <a:ext cx="344528" cy="344114"/>
            <a:chOff x="4674791" y="1977447"/>
            <a:chExt cx="344528" cy="344114"/>
          </a:xfrm>
        </p:grpSpPr>
        <p:sp>
          <p:nvSpPr>
            <p:cNvPr id="12452" name="Google Shape;12452;p9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9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93"/>
          <p:cNvGrpSpPr/>
          <p:nvPr/>
        </p:nvGrpSpPr>
        <p:grpSpPr>
          <a:xfrm>
            <a:off x="6058700" y="1623497"/>
            <a:ext cx="382819" cy="310788"/>
            <a:chOff x="6083810" y="1547297"/>
            <a:chExt cx="382819" cy="310788"/>
          </a:xfrm>
        </p:grpSpPr>
        <p:sp>
          <p:nvSpPr>
            <p:cNvPr id="12479" name="Google Shape;12479;p9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9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9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93"/>
          <p:cNvGrpSpPr/>
          <p:nvPr/>
        </p:nvGrpSpPr>
        <p:grpSpPr>
          <a:xfrm>
            <a:off x="6533190" y="1614393"/>
            <a:ext cx="382788" cy="328613"/>
            <a:chOff x="6558300" y="1538193"/>
            <a:chExt cx="382788" cy="328613"/>
          </a:xfrm>
        </p:grpSpPr>
        <p:sp>
          <p:nvSpPr>
            <p:cNvPr id="12498" name="Google Shape;12498;p9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9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93"/>
          <p:cNvGrpSpPr/>
          <p:nvPr/>
        </p:nvGrpSpPr>
        <p:grpSpPr>
          <a:xfrm>
            <a:off x="5168892" y="1587497"/>
            <a:ext cx="259605" cy="346024"/>
            <a:chOff x="5194002" y="1511297"/>
            <a:chExt cx="259605" cy="346024"/>
          </a:xfrm>
        </p:grpSpPr>
        <p:sp>
          <p:nvSpPr>
            <p:cNvPr id="12501" name="Google Shape;12501;p9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93"/>
          <p:cNvGrpSpPr/>
          <p:nvPr/>
        </p:nvGrpSpPr>
        <p:grpSpPr>
          <a:xfrm>
            <a:off x="1369631" y="1588261"/>
            <a:ext cx="252444" cy="351722"/>
            <a:chOff x="1394741" y="1512061"/>
            <a:chExt cx="252444" cy="351722"/>
          </a:xfrm>
        </p:grpSpPr>
        <p:sp>
          <p:nvSpPr>
            <p:cNvPr id="12506" name="Google Shape;12506;p9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9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9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9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93"/>
          <p:cNvGrpSpPr/>
          <p:nvPr/>
        </p:nvGrpSpPr>
        <p:grpSpPr>
          <a:xfrm>
            <a:off x="829986" y="1580685"/>
            <a:ext cx="380910" cy="339594"/>
            <a:chOff x="855096" y="1504485"/>
            <a:chExt cx="380910" cy="339594"/>
          </a:xfrm>
        </p:grpSpPr>
        <p:sp>
          <p:nvSpPr>
            <p:cNvPr id="12524" name="Google Shape;12524;p9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9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93"/>
          <p:cNvGrpSpPr/>
          <p:nvPr/>
        </p:nvGrpSpPr>
        <p:grpSpPr>
          <a:xfrm>
            <a:off x="1794466" y="1587879"/>
            <a:ext cx="352103" cy="352103"/>
            <a:chOff x="1819576" y="1511679"/>
            <a:chExt cx="352103" cy="352103"/>
          </a:xfrm>
        </p:grpSpPr>
        <p:sp>
          <p:nvSpPr>
            <p:cNvPr id="12530" name="Google Shape;12530;p9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9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93"/>
          <p:cNvGrpSpPr/>
          <p:nvPr/>
        </p:nvGrpSpPr>
        <p:grpSpPr>
          <a:xfrm>
            <a:off x="5595987" y="1576961"/>
            <a:ext cx="371424" cy="355446"/>
            <a:chOff x="5621097" y="1500761"/>
            <a:chExt cx="371424" cy="355446"/>
          </a:xfrm>
        </p:grpSpPr>
        <p:sp>
          <p:nvSpPr>
            <p:cNvPr id="12535" name="Google Shape;12535;p9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93"/>
          <p:cNvGrpSpPr/>
          <p:nvPr/>
        </p:nvGrpSpPr>
        <p:grpSpPr>
          <a:xfrm>
            <a:off x="4645129" y="1617799"/>
            <a:ext cx="359679" cy="321833"/>
            <a:chOff x="4670239" y="1541599"/>
            <a:chExt cx="359679" cy="321833"/>
          </a:xfrm>
        </p:grpSpPr>
        <p:sp>
          <p:nvSpPr>
            <p:cNvPr id="12538" name="Google Shape;12538;p9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9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9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93"/>
          <p:cNvGrpSpPr/>
          <p:nvPr/>
        </p:nvGrpSpPr>
        <p:grpSpPr>
          <a:xfrm>
            <a:off x="4187319" y="1578585"/>
            <a:ext cx="321037" cy="353822"/>
            <a:chOff x="4212429" y="1502385"/>
            <a:chExt cx="321037" cy="353822"/>
          </a:xfrm>
        </p:grpSpPr>
        <p:sp>
          <p:nvSpPr>
            <p:cNvPr id="12544" name="Google Shape;12544;p9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93"/>
          <p:cNvGrpSpPr/>
          <p:nvPr/>
        </p:nvGrpSpPr>
        <p:grpSpPr>
          <a:xfrm>
            <a:off x="2277678" y="1582181"/>
            <a:ext cx="336188" cy="335425"/>
            <a:chOff x="2302788" y="1505981"/>
            <a:chExt cx="336188" cy="335425"/>
          </a:xfrm>
        </p:grpSpPr>
        <p:sp>
          <p:nvSpPr>
            <p:cNvPr id="12549" name="Google Shape;12549;p9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9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9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93"/>
          <p:cNvGrpSpPr/>
          <p:nvPr/>
        </p:nvGrpSpPr>
        <p:grpSpPr>
          <a:xfrm>
            <a:off x="2755191" y="1598096"/>
            <a:ext cx="333133" cy="321037"/>
            <a:chOff x="2780301" y="1521896"/>
            <a:chExt cx="333133" cy="321037"/>
          </a:xfrm>
        </p:grpSpPr>
        <p:sp>
          <p:nvSpPr>
            <p:cNvPr id="12567" name="Google Shape;12567;p9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9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9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9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9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9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93"/>
          <p:cNvGrpSpPr/>
          <p:nvPr/>
        </p:nvGrpSpPr>
        <p:grpSpPr>
          <a:xfrm>
            <a:off x="3291049" y="1591285"/>
            <a:ext cx="211892" cy="339594"/>
            <a:chOff x="3316159" y="1515085"/>
            <a:chExt cx="211892" cy="339594"/>
          </a:xfrm>
        </p:grpSpPr>
        <p:sp>
          <p:nvSpPr>
            <p:cNvPr id="12588" name="Google Shape;12588;p9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1" name="Google Shape;12591;p93"/>
            <p:cNvGrpSpPr/>
            <p:nvPr/>
          </p:nvGrpSpPr>
          <p:grpSpPr>
            <a:xfrm>
              <a:off x="3316159" y="1515085"/>
              <a:ext cx="211892" cy="339594"/>
              <a:chOff x="3316159" y="1515085"/>
              <a:chExt cx="211892" cy="339594"/>
            </a:xfrm>
          </p:grpSpPr>
          <p:sp>
            <p:nvSpPr>
              <p:cNvPr id="12592" name="Google Shape;12592;p9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98" name="Google Shape;12598;p93"/>
          <p:cNvGrpSpPr/>
          <p:nvPr/>
        </p:nvGrpSpPr>
        <p:grpSpPr>
          <a:xfrm>
            <a:off x="3691248" y="1620855"/>
            <a:ext cx="361971" cy="314958"/>
            <a:chOff x="3716358" y="1544655"/>
            <a:chExt cx="361971" cy="314958"/>
          </a:xfrm>
        </p:grpSpPr>
        <p:sp>
          <p:nvSpPr>
            <p:cNvPr id="12599" name="Google Shape;12599;p9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4" name="Google Shape;12604;p93"/>
            <p:cNvGrpSpPr/>
            <p:nvPr/>
          </p:nvGrpSpPr>
          <p:grpSpPr>
            <a:xfrm>
              <a:off x="3716358" y="1544655"/>
              <a:ext cx="361971" cy="314958"/>
              <a:chOff x="3716358" y="1544655"/>
              <a:chExt cx="361971" cy="314958"/>
            </a:xfrm>
          </p:grpSpPr>
          <p:sp>
            <p:nvSpPr>
              <p:cNvPr id="12605" name="Google Shape;12605;p9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10" name="Google Shape;12610;p93"/>
          <p:cNvGrpSpPr/>
          <p:nvPr/>
        </p:nvGrpSpPr>
        <p:grpSpPr>
          <a:xfrm>
            <a:off x="6986814" y="1633752"/>
            <a:ext cx="499533" cy="305136"/>
            <a:chOff x="7009649" y="1541981"/>
            <a:chExt cx="524940" cy="320655"/>
          </a:xfrm>
        </p:grpSpPr>
        <p:sp>
          <p:nvSpPr>
            <p:cNvPr id="12611" name="Google Shape;12611;p9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9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9" name="Google Shape;12619;p93"/>
          <p:cNvGrpSpPr/>
          <p:nvPr/>
        </p:nvGrpSpPr>
        <p:grpSpPr>
          <a:xfrm>
            <a:off x="8008924" y="1594309"/>
            <a:ext cx="282746" cy="340358"/>
            <a:chOff x="8034034" y="1518109"/>
            <a:chExt cx="282746" cy="340358"/>
          </a:xfrm>
        </p:grpSpPr>
        <p:sp>
          <p:nvSpPr>
            <p:cNvPr id="12620" name="Google Shape;12620;p9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93"/>
          <p:cNvGrpSpPr/>
          <p:nvPr/>
        </p:nvGrpSpPr>
        <p:grpSpPr>
          <a:xfrm>
            <a:off x="7557192" y="1576134"/>
            <a:ext cx="369133" cy="360411"/>
            <a:chOff x="7582302" y="1499934"/>
            <a:chExt cx="369133" cy="360411"/>
          </a:xfrm>
        </p:grpSpPr>
        <p:sp>
          <p:nvSpPr>
            <p:cNvPr id="12625" name="Google Shape;12625;p9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93"/>
          <p:cNvGrpSpPr/>
          <p:nvPr/>
        </p:nvGrpSpPr>
        <p:grpSpPr>
          <a:xfrm>
            <a:off x="6170979" y="3893352"/>
            <a:ext cx="346056" cy="345674"/>
            <a:chOff x="2238181" y="4120624"/>
            <a:chExt cx="346056" cy="345674"/>
          </a:xfrm>
        </p:grpSpPr>
        <p:grpSp>
          <p:nvGrpSpPr>
            <p:cNvPr id="12631" name="Google Shape;12631;p93"/>
            <p:cNvGrpSpPr/>
            <p:nvPr/>
          </p:nvGrpSpPr>
          <p:grpSpPr>
            <a:xfrm>
              <a:off x="2309155" y="4177413"/>
              <a:ext cx="203862" cy="231903"/>
              <a:chOff x="1512725" y="258500"/>
              <a:chExt cx="4570900" cy="5199625"/>
            </a:xfrm>
          </p:grpSpPr>
          <p:sp>
            <p:nvSpPr>
              <p:cNvPr id="12632" name="Google Shape;12632;p93"/>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3"/>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4" name="Google Shape;12634;p93"/>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5" name="Google Shape;12635;p9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39" name="Shape 12639"/>
        <p:cNvGrpSpPr/>
        <p:nvPr/>
      </p:nvGrpSpPr>
      <p:grpSpPr>
        <a:xfrm>
          <a:off x="0" y="0"/>
          <a:ext cx="0" cy="0"/>
          <a:chOff x="0" y="0"/>
          <a:chExt cx="0" cy="0"/>
        </a:xfrm>
      </p:grpSpPr>
      <p:pic>
        <p:nvPicPr>
          <p:cNvPr id="12640" name="Google Shape;12640;p9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Executive Summary of Marketing Plan by Slidesgo">
  <a:themeElements>
    <a:clrScheme name="Simple Light">
      <a:dk1>
        <a:srgbClr val="586847"/>
      </a:dk1>
      <a:lt1>
        <a:srgbClr val="FCFCFC"/>
      </a:lt1>
      <a:dk2>
        <a:srgbClr val="F3ECE6"/>
      </a:dk2>
      <a:lt2>
        <a:srgbClr val="B4ACA2"/>
      </a:lt2>
      <a:accent1>
        <a:srgbClr val="475735"/>
      </a:accent1>
      <a:accent2>
        <a:srgbClr val="303A24"/>
      </a:accent2>
      <a:accent3>
        <a:srgbClr val="FFFFFF"/>
      </a:accent3>
      <a:accent4>
        <a:srgbClr val="FFFFFF"/>
      </a:accent4>
      <a:accent5>
        <a:srgbClr val="FFFFFF"/>
      </a:accent5>
      <a:accent6>
        <a:srgbClr val="FFFFFF"/>
      </a:accent6>
      <a:hlink>
        <a:srgbClr val="5868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